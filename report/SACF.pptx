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1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notesSlides/notesSlide2.xml" ContentType="application/vnd.openxmlformats-officedocument.presentationml.notesSlide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7" r:id="rId1"/>
  </p:sldMasterIdLst>
  <p:notesMasterIdLst>
    <p:notesMasterId r:id="rId16"/>
  </p:notesMasterIdLst>
  <p:sldIdLst>
    <p:sldId id="256" r:id="rId2"/>
    <p:sldId id="257" r:id="rId3"/>
    <p:sldId id="258" r:id="rId4"/>
    <p:sldId id="260" r:id="rId5"/>
    <p:sldId id="262" r:id="rId6"/>
    <p:sldId id="265" r:id="rId7"/>
    <p:sldId id="261" r:id="rId8"/>
    <p:sldId id="268" r:id="rId9"/>
    <p:sldId id="263" r:id="rId10"/>
    <p:sldId id="267" r:id="rId11"/>
    <p:sldId id="269" r:id="rId12"/>
    <p:sldId id="264" r:id="rId13"/>
    <p:sldId id="266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35B8AF-D4C2-4CEB-B7C2-3FE6695B3D5F}" v="196" dt="2025-02-13T02:28:20.6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89925" autoAdjust="0"/>
  </p:normalViewPr>
  <p:slideViewPr>
    <p:cSldViewPr snapToGrid="0">
      <p:cViewPr varScale="1">
        <p:scale>
          <a:sx n="86" d="100"/>
          <a:sy n="86" d="100"/>
        </p:scale>
        <p:origin x="101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67841E-B6FF-4FF9-9CEC-7372FD5FCC1F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16AFBF0-AFA2-48E1-8295-119357AA0AD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Persistent Storage</a:t>
          </a:r>
          <a:r>
            <a:rPr lang="en-US" dirty="0"/>
            <a:t> – Data remains intact even after EC2 instances are stopped or restarted.</a:t>
          </a:r>
          <a:br>
            <a:rPr lang="en-US" dirty="0"/>
          </a:br>
          <a:endParaRPr lang="en-US" dirty="0"/>
        </a:p>
      </dgm:t>
    </dgm:pt>
    <dgm:pt modelId="{1F18B581-9B9F-4278-BC83-12858BD344C0}" type="parTrans" cxnId="{73B32116-009A-49FC-919D-A735C8B0F6F9}">
      <dgm:prSet/>
      <dgm:spPr/>
      <dgm:t>
        <a:bodyPr/>
        <a:lstStyle/>
        <a:p>
          <a:endParaRPr lang="en-US"/>
        </a:p>
      </dgm:t>
    </dgm:pt>
    <dgm:pt modelId="{D8758D70-F728-493E-8A77-BE59B9E81118}" type="sibTrans" cxnId="{73B32116-009A-49FC-919D-A735C8B0F6F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9F8105A-5E9A-490E-9570-0E133B9531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High Performance</a:t>
          </a:r>
          <a:r>
            <a:rPr lang="en-US" dirty="0"/>
            <a:t> – Provides fast, low-latency storage, suitable for databases and applications.</a:t>
          </a:r>
        </a:p>
      </dgm:t>
    </dgm:pt>
    <dgm:pt modelId="{62521B42-49A1-42BB-83DC-0380573ADF49}" type="parTrans" cxnId="{71D13BD9-7104-4937-ADE2-F8702601E4AA}">
      <dgm:prSet/>
      <dgm:spPr/>
      <dgm:t>
        <a:bodyPr/>
        <a:lstStyle/>
        <a:p>
          <a:endParaRPr lang="en-US"/>
        </a:p>
      </dgm:t>
    </dgm:pt>
    <dgm:pt modelId="{1DE4CAA5-BE58-4AF9-860B-1855E8533DE8}" type="sibTrans" cxnId="{71D13BD9-7104-4937-ADE2-F8702601E4A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247720D-8FE2-4B34-870F-CA666898AA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Scalability</a:t>
          </a:r>
          <a:r>
            <a:rPr lang="en-US" dirty="0"/>
            <a:t> – Easily increase volume size or change performance settings without downtime.</a:t>
          </a:r>
          <a:br>
            <a:rPr lang="en-US" dirty="0"/>
          </a:br>
          <a:endParaRPr lang="en-US" dirty="0"/>
        </a:p>
      </dgm:t>
    </dgm:pt>
    <dgm:pt modelId="{A5DB2AC3-912C-4561-9808-29BD27ED8704}" type="parTrans" cxnId="{A520319A-920A-4E53-B4FD-38C369E1B8DD}">
      <dgm:prSet/>
      <dgm:spPr/>
      <dgm:t>
        <a:bodyPr/>
        <a:lstStyle/>
        <a:p>
          <a:endParaRPr lang="en-US"/>
        </a:p>
      </dgm:t>
    </dgm:pt>
    <dgm:pt modelId="{ECF4528C-F250-4143-A5FE-CE54969A73AC}" type="sibTrans" cxnId="{A520319A-920A-4E53-B4FD-38C369E1B8D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1898D1E-8283-4DEE-B92E-D2CFBE5EDF6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Data Backup &amp; Recovery</a:t>
          </a:r>
          <a:r>
            <a:rPr lang="en-US" dirty="0"/>
            <a:t> – Supports automated </a:t>
          </a:r>
          <a:r>
            <a:rPr lang="en-US" b="1" dirty="0"/>
            <a:t>EBS Snapshots</a:t>
          </a:r>
          <a:r>
            <a:rPr lang="en-US" dirty="0"/>
            <a:t> for backups and disaster recovery.</a:t>
          </a:r>
          <a:br>
            <a:rPr lang="en-US" dirty="0"/>
          </a:br>
          <a:endParaRPr lang="en-US" dirty="0"/>
        </a:p>
      </dgm:t>
    </dgm:pt>
    <dgm:pt modelId="{FD17C4B0-0D4D-42C8-AAAD-F18E50B34B41}" type="parTrans" cxnId="{2DF59A46-0AC7-454F-AFCE-195BFAF53253}">
      <dgm:prSet/>
      <dgm:spPr/>
      <dgm:t>
        <a:bodyPr/>
        <a:lstStyle/>
        <a:p>
          <a:endParaRPr lang="en-US"/>
        </a:p>
      </dgm:t>
    </dgm:pt>
    <dgm:pt modelId="{91241861-5969-498B-9862-8ED3BCF0AF60}" type="sibTrans" cxnId="{2DF59A46-0AC7-454F-AFCE-195BFAF5325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689E816-8156-41FE-BCFA-7DE26AA357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Multiple Volume Types</a:t>
          </a:r>
          <a:r>
            <a:rPr lang="en-US" dirty="0"/>
            <a:t> – Choose from SSD (GP3, IO2) for speed or HDD (ST1, SC1) for cost efficiency.</a:t>
          </a:r>
        </a:p>
      </dgm:t>
    </dgm:pt>
    <dgm:pt modelId="{4480B9F2-B462-48E1-9C87-FE1A7C33F56F}" type="parTrans" cxnId="{3113A5AD-606C-41D4-A4B4-4A91FEFB1117}">
      <dgm:prSet/>
      <dgm:spPr/>
      <dgm:t>
        <a:bodyPr/>
        <a:lstStyle/>
        <a:p>
          <a:endParaRPr lang="en-US"/>
        </a:p>
      </dgm:t>
    </dgm:pt>
    <dgm:pt modelId="{783ADA73-CF9F-4C73-836E-A40AD8D2584C}" type="sibTrans" cxnId="{3113A5AD-606C-41D4-A4B4-4A91FEFB1117}">
      <dgm:prSet/>
      <dgm:spPr/>
      <dgm:t>
        <a:bodyPr/>
        <a:lstStyle/>
        <a:p>
          <a:endParaRPr lang="en-US"/>
        </a:p>
      </dgm:t>
    </dgm:pt>
    <dgm:pt modelId="{9717C77C-8C71-4415-8D1A-F7E1E83BA871}" type="pres">
      <dgm:prSet presAssocID="{DC67841E-B6FF-4FF9-9CEC-7372FD5FCC1F}" presName="root" presStyleCnt="0">
        <dgm:presLayoutVars>
          <dgm:dir/>
          <dgm:resizeHandles val="exact"/>
        </dgm:presLayoutVars>
      </dgm:prSet>
      <dgm:spPr/>
    </dgm:pt>
    <dgm:pt modelId="{B5E5F8B7-04B4-45CC-A812-FDF0EA2E6C2B}" type="pres">
      <dgm:prSet presAssocID="{DC67841E-B6FF-4FF9-9CEC-7372FD5FCC1F}" presName="container" presStyleCnt="0">
        <dgm:presLayoutVars>
          <dgm:dir/>
          <dgm:resizeHandles val="exact"/>
        </dgm:presLayoutVars>
      </dgm:prSet>
      <dgm:spPr/>
    </dgm:pt>
    <dgm:pt modelId="{65B0FDD1-FBA9-46C1-AB7F-4557395B4252}" type="pres">
      <dgm:prSet presAssocID="{216AFBF0-AFA2-48E1-8295-119357AA0AD2}" presName="compNode" presStyleCnt="0"/>
      <dgm:spPr/>
    </dgm:pt>
    <dgm:pt modelId="{94E1350E-3DF5-46D3-9B04-9BC66308172E}" type="pres">
      <dgm:prSet presAssocID="{216AFBF0-AFA2-48E1-8295-119357AA0AD2}" presName="iconBgRect" presStyleLbl="bgShp" presStyleIdx="0" presStyleCnt="5"/>
      <dgm:spPr/>
    </dgm:pt>
    <dgm:pt modelId="{61F5F27D-F082-404F-9180-AE76DB0C014E}" type="pres">
      <dgm:prSet presAssocID="{216AFBF0-AFA2-48E1-8295-119357AA0AD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646C6DEB-E9FD-41D3-B5B2-8BC653A5B679}" type="pres">
      <dgm:prSet presAssocID="{216AFBF0-AFA2-48E1-8295-119357AA0AD2}" presName="spaceRect" presStyleCnt="0"/>
      <dgm:spPr/>
    </dgm:pt>
    <dgm:pt modelId="{76B23A37-4C47-4C8A-A76E-8BE7FCC20BD6}" type="pres">
      <dgm:prSet presAssocID="{216AFBF0-AFA2-48E1-8295-119357AA0AD2}" presName="textRect" presStyleLbl="revTx" presStyleIdx="0" presStyleCnt="5">
        <dgm:presLayoutVars>
          <dgm:chMax val="1"/>
          <dgm:chPref val="1"/>
        </dgm:presLayoutVars>
      </dgm:prSet>
      <dgm:spPr/>
    </dgm:pt>
    <dgm:pt modelId="{6C8A1F80-C76D-4008-90C1-06DEE364CB4E}" type="pres">
      <dgm:prSet presAssocID="{D8758D70-F728-493E-8A77-BE59B9E81118}" presName="sibTrans" presStyleLbl="sibTrans2D1" presStyleIdx="0" presStyleCnt="0"/>
      <dgm:spPr/>
    </dgm:pt>
    <dgm:pt modelId="{767A38FD-B90F-46DF-BCD1-EA2C74758AE4}" type="pres">
      <dgm:prSet presAssocID="{A9F8105A-5E9A-490E-9570-0E133B95316A}" presName="compNode" presStyleCnt="0"/>
      <dgm:spPr/>
    </dgm:pt>
    <dgm:pt modelId="{A24F8AAD-47DB-49B5-BD83-F90879FEAD95}" type="pres">
      <dgm:prSet presAssocID="{A9F8105A-5E9A-490E-9570-0E133B95316A}" presName="iconBgRect" presStyleLbl="bgShp" presStyleIdx="1" presStyleCnt="5"/>
      <dgm:spPr/>
    </dgm:pt>
    <dgm:pt modelId="{F22559DE-7527-47D2-B4E9-05158041EBC9}" type="pres">
      <dgm:prSet presAssocID="{A9F8105A-5E9A-490E-9570-0E133B95316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8E4934B-E6DA-4D59-B6FF-B7B11DAF93ED}" type="pres">
      <dgm:prSet presAssocID="{A9F8105A-5E9A-490E-9570-0E133B95316A}" presName="spaceRect" presStyleCnt="0"/>
      <dgm:spPr/>
    </dgm:pt>
    <dgm:pt modelId="{0DEA8AC9-5E6C-4DD6-AA73-F1A1928337FF}" type="pres">
      <dgm:prSet presAssocID="{A9F8105A-5E9A-490E-9570-0E133B95316A}" presName="textRect" presStyleLbl="revTx" presStyleIdx="1" presStyleCnt="5">
        <dgm:presLayoutVars>
          <dgm:chMax val="1"/>
          <dgm:chPref val="1"/>
        </dgm:presLayoutVars>
      </dgm:prSet>
      <dgm:spPr/>
    </dgm:pt>
    <dgm:pt modelId="{07A2FB7E-C4A6-4599-A3BE-57E0983FE2E0}" type="pres">
      <dgm:prSet presAssocID="{1DE4CAA5-BE58-4AF9-860B-1855E8533DE8}" presName="sibTrans" presStyleLbl="sibTrans2D1" presStyleIdx="0" presStyleCnt="0"/>
      <dgm:spPr/>
    </dgm:pt>
    <dgm:pt modelId="{42956B42-5E90-4FC0-832A-D8D1D73FBE67}" type="pres">
      <dgm:prSet presAssocID="{3247720D-8FE2-4B34-870F-CA666898AA20}" presName="compNode" presStyleCnt="0"/>
      <dgm:spPr/>
    </dgm:pt>
    <dgm:pt modelId="{DADF9AE9-CE28-4A07-8473-CA1566A62B1C}" type="pres">
      <dgm:prSet presAssocID="{3247720D-8FE2-4B34-870F-CA666898AA20}" presName="iconBgRect" presStyleLbl="bgShp" presStyleIdx="2" presStyleCnt="5"/>
      <dgm:spPr/>
    </dgm:pt>
    <dgm:pt modelId="{C10C3F7B-05D0-42C1-9F3C-F5ADED936FA8}" type="pres">
      <dgm:prSet presAssocID="{3247720D-8FE2-4B34-870F-CA666898AA2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D02D4A58-CA90-4C7C-BAD0-A4A14CE62082}" type="pres">
      <dgm:prSet presAssocID="{3247720D-8FE2-4B34-870F-CA666898AA20}" presName="spaceRect" presStyleCnt="0"/>
      <dgm:spPr/>
    </dgm:pt>
    <dgm:pt modelId="{7BE856B9-0520-4EC0-A709-5078EFD83749}" type="pres">
      <dgm:prSet presAssocID="{3247720D-8FE2-4B34-870F-CA666898AA20}" presName="textRect" presStyleLbl="revTx" presStyleIdx="2" presStyleCnt="5">
        <dgm:presLayoutVars>
          <dgm:chMax val="1"/>
          <dgm:chPref val="1"/>
        </dgm:presLayoutVars>
      </dgm:prSet>
      <dgm:spPr/>
    </dgm:pt>
    <dgm:pt modelId="{FD210F94-B695-4BC3-B54B-EDF228C0F2FC}" type="pres">
      <dgm:prSet presAssocID="{ECF4528C-F250-4143-A5FE-CE54969A73AC}" presName="sibTrans" presStyleLbl="sibTrans2D1" presStyleIdx="0" presStyleCnt="0"/>
      <dgm:spPr/>
    </dgm:pt>
    <dgm:pt modelId="{C8966A6A-DA13-4D8B-A642-513832D7B9C4}" type="pres">
      <dgm:prSet presAssocID="{71898D1E-8283-4DEE-B92E-D2CFBE5EDF68}" presName="compNode" presStyleCnt="0"/>
      <dgm:spPr/>
    </dgm:pt>
    <dgm:pt modelId="{33BCDFB0-96AF-4F7A-AA6B-006E00BDE345}" type="pres">
      <dgm:prSet presAssocID="{71898D1E-8283-4DEE-B92E-D2CFBE5EDF68}" presName="iconBgRect" presStyleLbl="bgShp" presStyleIdx="3" presStyleCnt="5"/>
      <dgm:spPr/>
    </dgm:pt>
    <dgm:pt modelId="{590817E5-A976-4237-82D4-8B1581820872}" type="pres">
      <dgm:prSet presAssocID="{71898D1E-8283-4DEE-B92E-D2CFBE5EDF68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8D4EF144-D179-4B93-8240-E78A6C0F3EC4}" type="pres">
      <dgm:prSet presAssocID="{71898D1E-8283-4DEE-B92E-D2CFBE5EDF68}" presName="spaceRect" presStyleCnt="0"/>
      <dgm:spPr/>
    </dgm:pt>
    <dgm:pt modelId="{3867E25A-F822-4C6A-BDB7-4C2382881C8A}" type="pres">
      <dgm:prSet presAssocID="{71898D1E-8283-4DEE-B92E-D2CFBE5EDF68}" presName="textRect" presStyleLbl="revTx" presStyleIdx="3" presStyleCnt="5">
        <dgm:presLayoutVars>
          <dgm:chMax val="1"/>
          <dgm:chPref val="1"/>
        </dgm:presLayoutVars>
      </dgm:prSet>
      <dgm:spPr/>
    </dgm:pt>
    <dgm:pt modelId="{838769F2-1E60-4754-9E66-87C331E1F36F}" type="pres">
      <dgm:prSet presAssocID="{91241861-5969-498B-9862-8ED3BCF0AF60}" presName="sibTrans" presStyleLbl="sibTrans2D1" presStyleIdx="0" presStyleCnt="0"/>
      <dgm:spPr/>
    </dgm:pt>
    <dgm:pt modelId="{B44E6E8B-EA56-46E2-86AF-DD40B62F0C07}" type="pres">
      <dgm:prSet presAssocID="{5689E816-8156-41FE-BCFA-7DE26AA35772}" presName="compNode" presStyleCnt="0"/>
      <dgm:spPr/>
    </dgm:pt>
    <dgm:pt modelId="{FA8C0E25-7EF2-4BAC-9036-14854DE039F6}" type="pres">
      <dgm:prSet presAssocID="{5689E816-8156-41FE-BCFA-7DE26AA35772}" presName="iconBgRect" presStyleLbl="bgShp" presStyleIdx="4" presStyleCnt="5"/>
      <dgm:spPr/>
    </dgm:pt>
    <dgm:pt modelId="{52FAB320-F020-49F0-8C6F-B903FEF54D13}" type="pres">
      <dgm:prSet presAssocID="{5689E816-8156-41FE-BCFA-7DE26AA3577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VD player"/>
        </a:ext>
      </dgm:extLst>
    </dgm:pt>
    <dgm:pt modelId="{B67E6BB3-2A8A-49A0-BED4-8EFC976E0CBE}" type="pres">
      <dgm:prSet presAssocID="{5689E816-8156-41FE-BCFA-7DE26AA35772}" presName="spaceRect" presStyleCnt="0"/>
      <dgm:spPr/>
    </dgm:pt>
    <dgm:pt modelId="{6C83966F-380F-412F-B2D7-1EA0FC550C8A}" type="pres">
      <dgm:prSet presAssocID="{5689E816-8156-41FE-BCFA-7DE26AA35772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20CCA112-BEDF-45C9-8B87-6C1C65347485}" type="presOf" srcId="{D8758D70-F728-493E-8A77-BE59B9E81118}" destId="{6C8A1F80-C76D-4008-90C1-06DEE364CB4E}" srcOrd="0" destOrd="0" presId="urn:microsoft.com/office/officeart/2018/2/layout/IconCircleList"/>
    <dgm:cxn modelId="{73B32116-009A-49FC-919D-A735C8B0F6F9}" srcId="{DC67841E-B6FF-4FF9-9CEC-7372FD5FCC1F}" destId="{216AFBF0-AFA2-48E1-8295-119357AA0AD2}" srcOrd="0" destOrd="0" parTransId="{1F18B581-9B9F-4278-BC83-12858BD344C0}" sibTransId="{D8758D70-F728-493E-8A77-BE59B9E81118}"/>
    <dgm:cxn modelId="{9F9A3D40-8A40-435C-853E-4FEC72B8EF37}" type="presOf" srcId="{A9F8105A-5E9A-490E-9570-0E133B95316A}" destId="{0DEA8AC9-5E6C-4DD6-AA73-F1A1928337FF}" srcOrd="0" destOrd="0" presId="urn:microsoft.com/office/officeart/2018/2/layout/IconCircleList"/>
    <dgm:cxn modelId="{74575446-047F-4EFF-BAA5-11B37826902D}" type="presOf" srcId="{3247720D-8FE2-4B34-870F-CA666898AA20}" destId="{7BE856B9-0520-4EC0-A709-5078EFD83749}" srcOrd="0" destOrd="0" presId="urn:microsoft.com/office/officeart/2018/2/layout/IconCircleList"/>
    <dgm:cxn modelId="{2DF59A46-0AC7-454F-AFCE-195BFAF53253}" srcId="{DC67841E-B6FF-4FF9-9CEC-7372FD5FCC1F}" destId="{71898D1E-8283-4DEE-B92E-D2CFBE5EDF68}" srcOrd="3" destOrd="0" parTransId="{FD17C4B0-0D4D-42C8-AAAD-F18E50B34B41}" sibTransId="{91241861-5969-498B-9862-8ED3BCF0AF60}"/>
    <dgm:cxn modelId="{F4B3944B-16E5-4295-B90D-24E049C1EF0D}" type="presOf" srcId="{71898D1E-8283-4DEE-B92E-D2CFBE5EDF68}" destId="{3867E25A-F822-4C6A-BDB7-4C2382881C8A}" srcOrd="0" destOrd="0" presId="urn:microsoft.com/office/officeart/2018/2/layout/IconCircleList"/>
    <dgm:cxn modelId="{660AA274-85B9-4A0D-96A2-0A9882BCAD0F}" type="presOf" srcId="{216AFBF0-AFA2-48E1-8295-119357AA0AD2}" destId="{76B23A37-4C47-4C8A-A76E-8BE7FCC20BD6}" srcOrd="0" destOrd="0" presId="urn:microsoft.com/office/officeart/2018/2/layout/IconCircleList"/>
    <dgm:cxn modelId="{6D616F76-BBD2-4646-BD20-FD8FE7B9DF43}" type="presOf" srcId="{DC67841E-B6FF-4FF9-9CEC-7372FD5FCC1F}" destId="{9717C77C-8C71-4415-8D1A-F7E1E83BA871}" srcOrd="0" destOrd="0" presId="urn:microsoft.com/office/officeart/2018/2/layout/IconCircleList"/>
    <dgm:cxn modelId="{9B8B5A58-CB60-46B3-8D70-2732F88DFCFE}" type="presOf" srcId="{ECF4528C-F250-4143-A5FE-CE54969A73AC}" destId="{FD210F94-B695-4BC3-B54B-EDF228C0F2FC}" srcOrd="0" destOrd="0" presId="urn:microsoft.com/office/officeart/2018/2/layout/IconCircleList"/>
    <dgm:cxn modelId="{A520319A-920A-4E53-B4FD-38C369E1B8DD}" srcId="{DC67841E-B6FF-4FF9-9CEC-7372FD5FCC1F}" destId="{3247720D-8FE2-4B34-870F-CA666898AA20}" srcOrd="2" destOrd="0" parTransId="{A5DB2AC3-912C-4561-9808-29BD27ED8704}" sibTransId="{ECF4528C-F250-4143-A5FE-CE54969A73AC}"/>
    <dgm:cxn modelId="{3113A5AD-606C-41D4-A4B4-4A91FEFB1117}" srcId="{DC67841E-B6FF-4FF9-9CEC-7372FD5FCC1F}" destId="{5689E816-8156-41FE-BCFA-7DE26AA35772}" srcOrd="4" destOrd="0" parTransId="{4480B9F2-B462-48E1-9C87-FE1A7C33F56F}" sibTransId="{783ADA73-CF9F-4C73-836E-A40AD8D2584C}"/>
    <dgm:cxn modelId="{BF8311B5-6D99-4E1A-B746-9490C93D9787}" type="presOf" srcId="{91241861-5969-498B-9862-8ED3BCF0AF60}" destId="{838769F2-1E60-4754-9E66-87C331E1F36F}" srcOrd="0" destOrd="0" presId="urn:microsoft.com/office/officeart/2018/2/layout/IconCircleList"/>
    <dgm:cxn modelId="{BED181BF-5C5C-4BC3-8F9A-DC45C18A13AA}" type="presOf" srcId="{1DE4CAA5-BE58-4AF9-860B-1855E8533DE8}" destId="{07A2FB7E-C4A6-4599-A3BE-57E0983FE2E0}" srcOrd="0" destOrd="0" presId="urn:microsoft.com/office/officeart/2018/2/layout/IconCircleList"/>
    <dgm:cxn modelId="{71D13BD9-7104-4937-ADE2-F8702601E4AA}" srcId="{DC67841E-B6FF-4FF9-9CEC-7372FD5FCC1F}" destId="{A9F8105A-5E9A-490E-9570-0E133B95316A}" srcOrd="1" destOrd="0" parTransId="{62521B42-49A1-42BB-83DC-0380573ADF49}" sibTransId="{1DE4CAA5-BE58-4AF9-860B-1855E8533DE8}"/>
    <dgm:cxn modelId="{608621DC-1B9E-4E0B-8C0B-7EF1C9BE85BD}" type="presOf" srcId="{5689E816-8156-41FE-BCFA-7DE26AA35772}" destId="{6C83966F-380F-412F-B2D7-1EA0FC550C8A}" srcOrd="0" destOrd="0" presId="urn:microsoft.com/office/officeart/2018/2/layout/IconCircleList"/>
    <dgm:cxn modelId="{256FD8FA-E4D3-4CD1-9CEE-6DC1FB952F85}" type="presParOf" srcId="{9717C77C-8C71-4415-8D1A-F7E1E83BA871}" destId="{B5E5F8B7-04B4-45CC-A812-FDF0EA2E6C2B}" srcOrd="0" destOrd="0" presId="urn:microsoft.com/office/officeart/2018/2/layout/IconCircleList"/>
    <dgm:cxn modelId="{4D307891-B704-435C-A135-77C010EA87DE}" type="presParOf" srcId="{B5E5F8B7-04B4-45CC-A812-FDF0EA2E6C2B}" destId="{65B0FDD1-FBA9-46C1-AB7F-4557395B4252}" srcOrd="0" destOrd="0" presId="urn:microsoft.com/office/officeart/2018/2/layout/IconCircleList"/>
    <dgm:cxn modelId="{8195154E-9251-491C-A61D-4FE33276B1A8}" type="presParOf" srcId="{65B0FDD1-FBA9-46C1-AB7F-4557395B4252}" destId="{94E1350E-3DF5-46D3-9B04-9BC66308172E}" srcOrd="0" destOrd="0" presId="urn:microsoft.com/office/officeart/2018/2/layout/IconCircleList"/>
    <dgm:cxn modelId="{644C7428-9903-4BCA-AB21-4E5E0C728507}" type="presParOf" srcId="{65B0FDD1-FBA9-46C1-AB7F-4557395B4252}" destId="{61F5F27D-F082-404F-9180-AE76DB0C014E}" srcOrd="1" destOrd="0" presId="urn:microsoft.com/office/officeart/2018/2/layout/IconCircleList"/>
    <dgm:cxn modelId="{3FD00ED5-8EB5-4972-8F6C-E2C0F898239A}" type="presParOf" srcId="{65B0FDD1-FBA9-46C1-AB7F-4557395B4252}" destId="{646C6DEB-E9FD-41D3-B5B2-8BC653A5B679}" srcOrd="2" destOrd="0" presId="urn:microsoft.com/office/officeart/2018/2/layout/IconCircleList"/>
    <dgm:cxn modelId="{AB440098-E184-4901-89AE-8800971C9B94}" type="presParOf" srcId="{65B0FDD1-FBA9-46C1-AB7F-4557395B4252}" destId="{76B23A37-4C47-4C8A-A76E-8BE7FCC20BD6}" srcOrd="3" destOrd="0" presId="urn:microsoft.com/office/officeart/2018/2/layout/IconCircleList"/>
    <dgm:cxn modelId="{C958B98D-DCC5-4CA9-9C78-69F1ED35CBB9}" type="presParOf" srcId="{B5E5F8B7-04B4-45CC-A812-FDF0EA2E6C2B}" destId="{6C8A1F80-C76D-4008-90C1-06DEE364CB4E}" srcOrd="1" destOrd="0" presId="urn:microsoft.com/office/officeart/2018/2/layout/IconCircleList"/>
    <dgm:cxn modelId="{748D6125-8F05-4F3E-82B4-D59A503A650C}" type="presParOf" srcId="{B5E5F8B7-04B4-45CC-A812-FDF0EA2E6C2B}" destId="{767A38FD-B90F-46DF-BCD1-EA2C74758AE4}" srcOrd="2" destOrd="0" presId="urn:microsoft.com/office/officeart/2018/2/layout/IconCircleList"/>
    <dgm:cxn modelId="{5049D5CC-2C32-45B4-B1BF-985066D10801}" type="presParOf" srcId="{767A38FD-B90F-46DF-BCD1-EA2C74758AE4}" destId="{A24F8AAD-47DB-49B5-BD83-F90879FEAD95}" srcOrd="0" destOrd="0" presId="urn:microsoft.com/office/officeart/2018/2/layout/IconCircleList"/>
    <dgm:cxn modelId="{3976F038-CC91-4F23-A0BC-AC66EB72AF69}" type="presParOf" srcId="{767A38FD-B90F-46DF-BCD1-EA2C74758AE4}" destId="{F22559DE-7527-47D2-B4E9-05158041EBC9}" srcOrd="1" destOrd="0" presId="urn:microsoft.com/office/officeart/2018/2/layout/IconCircleList"/>
    <dgm:cxn modelId="{82F6CB23-8FCC-4CC2-80FB-472CECDF4CE9}" type="presParOf" srcId="{767A38FD-B90F-46DF-BCD1-EA2C74758AE4}" destId="{88E4934B-E6DA-4D59-B6FF-B7B11DAF93ED}" srcOrd="2" destOrd="0" presId="urn:microsoft.com/office/officeart/2018/2/layout/IconCircleList"/>
    <dgm:cxn modelId="{1BD4FE08-213D-452E-BF8F-CFF3A858D7C2}" type="presParOf" srcId="{767A38FD-B90F-46DF-BCD1-EA2C74758AE4}" destId="{0DEA8AC9-5E6C-4DD6-AA73-F1A1928337FF}" srcOrd="3" destOrd="0" presId="urn:microsoft.com/office/officeart/2018/2/layout/IconCircleList"/>
    <dgm:cxn modelId="{627C205E-1B1B-4FE7-AD7C-9233C4D0C1CE}" type="presParOf" srcId="{B5E5F8B7-04B4-45CC-A812-FDF0EA2E6C2B}" destId="{07A2FB7E-C4A6-4599-A3BE-57E0983FE2E0}" srcOrd="3" destOrd="0" presId="urn:microsoft.com/office/officeart/2018/2/layout/IconCircleList"/>
    <dgm:cxn modelId="{A4B077B2-AE9C-4EA2-8630-C53373373459}" type="presParOf" srcId="{B5E5F8B7-04B4-45CC-A812-FDF0EA2E6C2B}" destId="{42956B42-5E90-4FC0-832A-D8D1D73FBE67}" srcOrd="4" destOrd="0" presId="urn:microsoft.com/office/officeart/2018/2/layout/IconCircleList"/>
    <dgm:cxn modelId="{92CEA2E3-155D-446C-8569-00DAF96D4555}" type="presParOf" srcId="{42956B42-5E90-4FC0-832A-D8D1D73FBE67}" destId="{DADF9AE9-CE28-4A07-8473-CA1566A62B1C}" srcOrd="0" destOrd="0" presId="urn:microsoft.com/office/officeart/2018/2/layout/IconCircleList"/>
    <dgm:cxn modelId="{F24AACBD-C42C-4369-8C76-FB16510EC682}" type="presParOf" srcId="{42956B42-5E90-4FC0-832A-D8D1D73FBE67}" destId="{C10C3F7B-05D0-42C1-9F3C-F5ADED936FA8}" srcOrd="1" destOrd="0" presId="urn:microsoft.com/office/officeart/2018/2/layout/IconCircleList"/>
    <dgm:cxn modelId="{3EB68508-83B8-4F44-9439-CF4DC65ADF72}" type="presParOf" srcId="{42956B42-5E90-4FC0-832A-D8D1D73FBE67}" destId="{D02D4A58-CA90-4C7C-BAD0-A4A14CE62082}" srcOrd="2" destOrd="0" presId="urn:microsoft.com/office/officeart/2018/2/layout/IconCircleList"/>
    <dgm:cxn modelId="{937CE41E-83B9-4E2F-B27D-22873227D5FD}" type="presParOf" srcId="{42956B42-5E90-4FC0-832A-D8D1D73FBE67}" destId="{7BE856B9-0520-4EC0-A709-5078EFD83749}" srcOrd="3" destOrd="0" presId="urn:microsoft.com/office/officeart/2018/2/layout/IconCircleList"/>
    <dgm:cxn modelId="{EE256932-9420-40DC-B2F7-16512C13F101}" type="presParOf" srcId="{B5E5F8B7-04B4-45CC-A812-FDF0EA2E6C2B}" destId="{FD210F94-B695-4BC3-B54B-EDF228C0F2FC}" srcOrd="5" destOrd="0" presId="urn:microsoft.com/office/officeart/2018/2/layout/IconCircleList"/>
    <dgm:cxn modelId="{DDA35FFD-8AF5-4DCA-BE61-7086AD0A859B}" type="presParOf" srcId="{B5E5F8B7-04B4-45CC-A812-FDF0EA2E6C2B}" destId="{C8966A6A-DA13-4D8B-A642-513832D7B9C4}" srcOrd="6" destOrd="0" presId="urn:microsoft.com/office/officeart/2018/2/layout/IconCircleList"/>
    <dgm:cxn modelId="{1664A79D-F4D8-4173-9E63-9F2D8BD85B2D}" type="presParOf" srcId="{C8966A6A-DA13-4D8B-A642-513832D7B9C4}" destId="{33BCDFB0-96AF-4F7A-AA6B-006E00BDE345}" srcOrd="0" destOrd="0" presId="urn:microsoft.com/office/officeart/2018/2/layout/IconCircleList"/>
    <dgm:cxn modelId="{B56EBC7A-C7D9-4F11-BC6E-8566938121CF}" type="presParOf" srcId="{C8966A6A-DA13-4D8B-A642-513832D7B9C4}" destId="{590817E5-A976-4237-82D4-8B1581820872}" srcOrd="1" destOrd="0" presId="urn:microsoft.com/office/officeart/2018/2/layout/IconCircleList"/>
    <dgm:cxn modelId="{7A8CFDA2-E9D2-4DB8-8C0A-26D2D0D98C0D}" type="presParOf" srcId="{C8966A6A-DA13-4D8B-A642-513832D7B9C4}" destId="{8D4EF144-D179-4B93-8240-E78A6C0F3EC4}" srcOrd="2" destOrd="0" presId="urn:microsoft.com/office/officeart/2018/2/layout/IconCircleList"/>
    <dgm:cxn modelId="{BA8A8D99-440E-40D9-B3AD-338B8BB51773}" type="presParOf" srcId="{C8966A6A-DA13-4D8B-A642-513832D7B9C4}" destId="{3867E25A-F822-4C6A-BDB7-4C2382881C8A}" srcOrd="3" destOrd="0" presId="urn:microsoft.com/office/officeart/2018/2/layout/IconCircleList"/>
    <dgm:cxn modelId="{0261E7B0-D3B9-459F-B0DF-1BB9E3A9D619}" type="presParOf" srcId="{B5E5F8B7-04B4-45CC-A812-FDF0EA2E6C2B}" destId="{838769F2-1E60-4754-9E66-87C331E1F36F}" srcOrd="7" destOrd="0" presId="urn:microsoft.com/office/officeart/2018/2/layout/IconCircleList"/>
    <dgm:cxn modelId="{398A6850-7E25-48D3-9A4E-8099AF1870C2}" type="presParOf" srcId="{B5E5F8B7-04B4-45CC-A812-FDF0EA2E6C2B}" destId="{B44E6E8B-EA56-46E2-86AF-DD40B62F0C07}" srcOrd="8" destOrd="0" presId="urn:microsoft.com/office/officeart/2018/2/layout/IconCircleList"/>
    <dgm:cxn modelId="{D7C8A6AF-6D69-4E51-B5C2-011E0DB48622}" type="presParOf" srcId="{B44E6E8B-EA56-46E2-86AF-DD40B62F0C07}" destId="{FA8C0E25-7EF2-4BAC-9036-14854DE039F6}" srcOrd="0" destOrd="0" presId="urn:microsoft.com/office/officeart/2018/2/layout/IconCircleList"/>
    <dgm:cxn modelId="{F370FAEB-5B80-41F2-9FE8-E896B545EE86}" type="presParOf" srcId="{B44E6E8B-EA56-46E2-86AF-DD40B62F0C07}" destId="{52FAB320-F020-49F0-8C6F-B903FEF54D13}" srcOrd="1" destOrd="0" presId="urn:microsoft.com/office/officeart/2018/2/layout/IconCircleList"/>
    <dgm:cxn modelId="{D0FD6E69-BC5E-4AAD-904A-C38CA9B06B93}" type="presParOf" srcId="{B44E6E8B-EA56-46E2-86AF-DD40B62F0C07}" destId="{B67E6BB3-2A8A-49A0-BED4-8EFC976E0CBE}" srcOrd="2" destOrd="0" presId="urn:microsoft.com/office/officeart/2018/2/layout/IconCircleList"/>
    <dgm:cxn modelId="{BC6105BC-6A2D-4300-9AF9-E51B9FD1F112}" type="presParOf" srcId="{B44E6E8B-EA56-46E2-86AF-DD40B62F0C07}" destId="{6C83966F-380F-412F-B2D7-1EA0FC550C8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E1350E-3DF5-46D3-9B04-9BC66308172E}">
      <dsp:nvSpPr>
        <dsp:cNvPr id="0" name=""/>
        <dsp:cNvSpPr/>
      </dsp:nvSpPr>
      <dsp:spPr>
        <a:xfrm>
          <a:off x="1083" y="1053528"/>
          <a:ext cx="540421" cy="54042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F5F27D-F082-404F-9180-AE76DB0C014E}">
      <dsp:nvSpPr>
        <dsp:cNvPr id="0" name=""/>
        <dsp:cNvSpPr/>
      </dsp:nvSpPr>
      <dsp:spPr>
        <a:xfrm>
          <a:off x="114572" y="1167016"/>
          <a:ext cx="313444" cy="3134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B23A37-4C47-4C8A-A76E-8BE7FCC20BD6}">
      <dsp:nvSpPr>
        <dsp:cNvPr id="0" name=""/>
        <dsp:cNvSpPr/>
      </dsp:nvSpPr>
      <dsp:spPr>
        <a:xfrm>
          <a:off x="657310" y="1053528"/>
          <a:ext cx="1273851" cy="540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Persistent Storage</a:t>
          </a:r>
          <a:r>
            <a:rPr lang="en-US" sz="1100" kern="1200" dirty="0"/>
            <a:t> – Data remains intact even after EC2 instances are stopped or restarted.</a:t>
          </a:r>
          <a:br>
            <a:rPr lang="en-US" sz="1100" kern="1200" dirty="0"/>
          </a:br>
          <a:endParaRPr lang="en-US" sz="1100" kern="1200" dirty="0"/>
        </a:p>
      </dsp:txBody>
      <dsp:txXfrm>
        <a:off x="657310" y="1053528"/>
        <a:ext cx="1273851" cy="540421"/>
      </dsp:txXfrm>
    </dsp:sp>
    <dsp:sp modelId="{A24F8AAD-47DB-49B5-BD83-F90879FEAD95}">
      <dsp:nvSpPr>
        <dsp:cNvPr id="0" name=""/>
        <dsp:cNvSpPr/>
      </dsp:nvSpPr>
      <dsp:spPr>
        <a:xfrm>
          <a:off x="2153120" y="1053528"/>
          <a:ext cx="540421" cy="54042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2559DE-7527-47D2-B4E9-05158041EBC9}">
      <dsp:nvSpPr>
        <dsp:cNvPr id="0" name=""/>
        <dsp:cNvSpPr/>
      </dsp:nvSpPr>
      <dsp:spPr>
        <a:xfrm>
          <a:off x="2266609" y="1167016"/>
          <a:ext cx="313444" cy="3134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EA8AC9-5E6C-4DD6-AA73-F1A1928337FF}">
      <dsp:nvSpPr>
        <dsp:cNvPr id="0" name=""/>
        <dsp:cNvSpPr/>
      </dsp:nvSpPr>
      <dsp:spPr>
        <a:xfrm>
          <a:off x="2809347" y="1053528"/>
          <a:ext cx="1273851" cy="540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High Performance</a:t>
          </a:r>
          <a:r>
            <a:rPr lang="en-US" sz="1100" kern="1200" dirty="0"/>
            <a:t> – Provides fast, low-latency storage, suitable for databases and applications.</a:t>
          </a:r>
        </a:p>
      </dsp:txBody>
      <dsp:txXfrm>
        <a:off x="2809347" y="1053528"/>
        <a:ext cx="1273851" cy="540421"/>
      </dsp:txXfrm>
    </dsp:sp>
    <dsp:sp modelId="{DADF9AE9-CE28-4A07-8473-CA1566A62B1C}">
      <dsp:nvSpPr>
        <dsp:cNvPr id="0" name=""/>
        <dsp:cNvSpPr/>
      </dsp:nvSpPr>
      <dsp:spPr>
        <a:xfrm>
          <a:off x="1083" y="2407445"/>
          <a:ext cx="540421" cy="54042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0C3F7B-05D0-42C1-9F3C-F5ADED936FA8}">
      <dsp:nvSpPr>
        <dsp:cNvPr id="0" name=""/>
        <dsp:cNvSpPr/>
      </dsp:nvSpPr>
      <dsp:spPr>
        <a:xfrm>
          <a:off x="114572" y="2520933"/>
          <a:ext cx="313444" cy="3134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E856B9-0520-4EC0-A709-5078EFD83749}">
      <dsp:nvSpPr>
        <dsp:cNvPr id="0" name=""/>
        <dsp:cNvSpPr/>
      </dsp:nvSpPr>
      <dsp:spPr>
        <a:xfrm>
          <a:off x="657310" y="2407445"/>
          <a:ext cx="1273851" cy="540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Scalability</a:t>
          </a:r>
          <a:r>
            <a:rPr lang="en-US" sz="1100" kern="1200" dirty="0"/>
            <a:t> – Easily increase volume size or change performance settings without downtime.</a:t>
          </a:r>
          <a:br>
            <a:rPr lang="en-US" sz="1100" kern="1200" dirty="0"/>
          </a:br>
          <a:endParaRPr lang="en-US" sz="1100" kern="1200" dirty="0"/>
        </a:p>
      </dsp:txBody>
      <dsp:txXfrm>
        <a:off x="657310" y="2407445"/>
        <a:ext cx="1273851" cy="540421"/>
      </dsp:txXfrm>
    </dsp:sp>
    <dsp:sp modelId="{33BCDFB0-96AF-4F7A-AA6B-006E00BDE345}">
      <dsp:nvSpPr>
        <dsp:cNvPr id="0" name=""/>
        <dsp:cNvSpPr/>
      </dsp:nvSpPr>
      <dsp:spPr>
        <a:xfrm>
          <a:off x="2153120" y="2407445"/>
          <a:ext cx="540421" cy="54042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0817E5-A976-4237-82D4-8B1581820872}">
      <dsp:nvSpPr>
        <dsp:cNvPr id="0" name=""/>
        <dsp:cNvSpPr/>
      </dsp:nvSpPr>
      <dsp:spPr>
        <a:xfrm>
          <a:off x="2266609" y="2520933"/>
          <a:ext cx="313444" cy="3134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67E25A-F822-4C6A-BDB7-4C2382881C8A}">
      <dsp:nvSpPr>
        <dsp:cNvPr id="0" name=""/>
        <dsp:cNvSpPr/>
      </dsp:nvSpPr>
      <dsp:spPr>
        <a:xfrm>
          <a:off x="2809347" y="2407445"/>
          <a:ext cx="1273851" cy="540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Data Backup &amp; Recovery</a:t>
          </a:r>
          <a:r>
            <a:rPr lang="en-US" sz="1100" kern="1200" dirty="0"/>
            <a:t> – Supports automated </a:t>
          </a:r>
          <a:r>
            <a:rPr lang="en-US" sz="1100" b="1" kern="1200" dirty="0"/>
            <a:t>EBS Snapshots</a:t>
          </a:r>
          <a:r>
            <a:rPr lang="en-US" sz="1100" kern="1200" dirty="0"/>
            <a:t> for backups and disaster recovery.</a:t>
          </a:r>
          <a:br>
            <a:rPr lang="en-US" sz="1100" kern="1200" dirty="0"/>
          </a:br>
          <a:endParaRPr lang="en-US" sz="1100" kern="1200" dirty="0"/>
        </a:p>
      </dsp:txBody>
      <dsp:txXfrm>
        <a:off x="2809347" y="2407445"/>
        <a:ext cx="1273851" cy="540421"/>
      </dsp:txXfrm>
    </dsp:sp>
    <dsp:sp modelId="{FA8C0E25-7EF2-4BAC-9036-14854DE039F6}">
      <dsp:nvSpPr>
        <dsp:cNvPr id="0" name=""/>
        <dsp:cNvSpPr/>
      </dsp:nvSpPr>
      <dsp:spPr>
        <a:xfrm>
          <a:off x="1083" y="3761361"/>
          <a:ext cx="540421" cy="54042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FAB320-F020-49F0-8C6F-B903FEF54D13}">
      <dsp:nvSpPr>
        <dsp:cNvPr id="0" name=""/>
        <dsp:cNvSpPr/>
      </dsp:nvSpPr>
      <dsp:spPr>
        <a:xfrm>
          <a:off x="114572" y="3874850"/>
          <a:ext cx="313444" cy="31344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83966F-380F-412F-B2D7-1EA0FC550C8A}">
      <dsp:nvSpPr>
        <dsp:cNvPr id="0" name=""/>
        <dsp:cNvSpPr/>
      </dsp:nvSpPr>
      <dsp:spPr>
        <a:xfrm>
          <a:off x="657310" y="3761361"/>
          <a:ext cx="1273851" cy="540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Multiple Volume Types</a:t>
          </a:r>
          <a:r>
            <a:rPr lang="en-US" sz="1100" kern="1200" dirty="0"/>
            <a:t> – Choose from SSD (GP3, IO2) for speed or HDD (ST1, SC1) for cost efficiency.</a:t>
          </a:r>
        </a:p>
      </dsp:txBody>
      <dsp:txXfrm>
        <a:off x="657310" y="3761361"/>
        <a:ext cx="1273851" cy="5404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16:59:42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2453 1 24575,'2'8'0,"0"-1"0,1 1 0,1 0 0,1 0 0,1 0 0,0-1 0,1 0 0,1 1 0,13 8 0,-11-7 0,0-1 0,-1 0 0,-1 1 0,0 0 0,-2 0 0,5 11 0,-4-6 0,1 0 0,2 0 0,1-1 0,2 1 0,1-1 0,0-1 0,3 1 0,24 14 0,7 8 0,-39-28 0,-2 1 0,0-1 0,-1 1 0,7 15 0,-8-13 0,1-1 0,0 1 0,12 9 0,0 0 0,22 32 0,-28-33 0,38 37 0,-27-31 0,-2 0 0,-2 1 0,15 34 0,20 27 0,42 26 0,-73-77 0,26 32 0,-42-57 0,0-1 0,-2 1 0,-1-1 0,0 1 0,-2 0 0,0 18 0,-1-15 0,0 0 0,2 0 0,8 16 0,57 114 0,-49-100 0,-11-27 0,-2-1 0,4 28 0,-9 234 0,-3-127 0,0-132 0,-3-1 0,-1 1 0,-2-1 0,-14 20 0,10-19 0,2 0 0,2 1 0,-5 31 0,8-34 0,0 0 0,-3 0 0,-1 0 0,-1 0 0,-2-1 0,-29 27 0,17-17 0,-8 9 0,-3-1 0,-3-1 0,-3-1 0,-3 0 0,-3-2 0,-2 0 0,-74 32 0,26-17 0,16-7 0,-115 41 0,133-53 0,50-18 0,-2-2 0,0 1 0,0-1 0,-32 9 0,0-4 0,27-6 0,0 1 0,1 0 0,0 0 0,0 0 0,-23 10 0,20-7 0,-1 0 0,-1-1 0,-1-1 0,0 0 0,-1 0 0,0-1 0,-28 3 0,-36 8 0,25-4 0,-1-1 0,-1-1 0,-132 9 0,104-10 0,59-6 0,1 0 0,-56 2 0,-593-6 0,642 0 0,0-2 0,0 0 0,1-1 0,-51-8 0,-35-3 0,95 11-1365,6-1-5461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16:59:44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0 226 24575,'14'0'0,"0"-1"0,0-1 0,-1 1 0,1-1 0,-1 0 0,0-1 0,-1 1 0,1-1 0,-1 0 0,0-1 0,-1 1 0,1-1 0,15-7 0,-10 5 0,0 0 0,1 0 0,1 1 0,25-6 0,26-4 0,-1-1 0,103-33 0,-106 29 0,-36 13 26,1 0-1,0 1 1,61-8-1,-19 3-1492,-39 5-5359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16:59:46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24575,'1'3'0,"1"0"0,1 0 0,-1-1 0,1 1 0,0 0 0,1-1 0,-1 0 0,1 1 0,0-1 0,0 0 0,1 0 0,-1 0 0,1 0 0,6 2 0,22 12 0,-14-2 0,-2 0 0,-1 0 0,-1 1 0,-2 0 0,9 16 0,-14-18 0,1 0 0,1-1 0,1 0 0,2 0 0,1 0 0,0-1 0,2 1 0,25 12 0,-26-17 0,0 1 0,-2 0 0,0 0 0,-1 0 0,-1 0 0,14 14 0,-16-15-40,0 0-1,1 0 1,1-1 0,0 0-1,1 0 1,21 8-1,-11-4-1041,-3-2-5744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16:59:52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10223 0 24575,'-7'2'0,"0"-1"0,1 1 0,-1 0 0,1 0 0,0 1 0,0-1 0,0 1 0,0-1 0,1 1 0,0 0 0,-9 6 0,1 0 0,-27 15 0,33-18 0,-2-1 0,1 1 0,-1-1 0,0-1 0,-1 1 0,0-1 0,-14 5 0,12-5 0,-4 0 0,0 1 0,0 1 0,1-1 0,1 1 0,-25 13 0,6-2 0,-2 0 0,-2-2 0,0-1 0,-58 18 0,-35 12 0,94-23 0,33-19 0,0 1 0,-1-1 0,1 0 0,-1 0 0,0 0 0,0 0 0,0 0 0,-1 0 0,1-1 0,-1 1 0,-7 1 0,-63 15 0,2 1 0,-128 46 0,185-59 0,-9 1 0,-1 0 0,-35 7 0,-39 10 0,-193 85 0,191-67 0,83-36 0,1 0 0,-1-1 0,-30 6 0,-31 9 0,47-10 0,-35 11 0,-117 27 0,164-44 0,0-2 0,0 1 0,-41 1 0,45-4 0,0 1 0,-1 0 0,1 1 0,0 0 0,0 1 0,-31 7 0,21-4 0,-1 0 0,-1-1 0,1 0 0,-35 3 0,-56 8 0,-47 9 0,75-14 0,-134 4 0,210-14 0,-13 2 0,1 0 0,-1 1 0,1 0 0,-37 10 0,38-8 0,-1 0 0,0-1 0,0-1 0,-37 3 0,-144 14 0,133-13 0,38-4 0,-1-1 0,-53 1 0,-2569-5 0,2630 0 0,-1-1 0,-50-6 0,16 0 0,6 1 0,-84-16 0,22 2 0,97 18 0,0 1 0,-38-1 0,45 3 0,1-1 0,-1 0 0,0 0 0,1-1 0,0 0 0,0 0 0,-24-7 0,-128-28 0,38 9 0,96 21 0,0 0 0,-1 1 0,-1 2 0,1 0 0,-42-2 0,55 4 0,1-1 0,-1 0 0,-37-9 0,-28-4 0,-158-24 0,65 8 0,100 22 0,54 8 0,0-2 0,0 0 0,-34-8 0,-66-16 0,-186-28 0,286 53 0,0 1 0,0 0 0,0 1 0,0 1 0,-33 2 0,32-1 0,-1-1 0,0 0 0,1-1 0,-36-4 0,49 3 0,-1-1 0,1 0 0,-19-6 0,-37-8 0,-215-35-1365,262 48-5461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16:59:53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24575,'46'1'0,"0"-2"0,-1-1 0,74-8 0,9-6 0,147-22 0,-209 30-1365,-36 5-5461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16:59:54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24575,'-1'6'0,"1"0"0,0 0 0,1 0 0,0 0 0,0-1 0,1 1 0,1 0 0,-1 0 0,2-1 0,-1 1 0,1-1 0,1 0 0,0 1 0,0-1 0,1 0 0,12 8 0,-4-3 0,0 1 0,-1-1 0,-2 2 0,14 16 0,-13-15 0,0 1 0,30 22 0,-2-3 0,21 13 0,-54-41 0,0 0 0,-1 0 0,-1 0 0,0 1 0,0-1 0,0 1 0,-2-1 0,6 11 0,-6-10 0,0 1 0,1-1 0,0 0 0,1 0 0,0 0 0,1-1 0,0 1 0,9 5 0,98 60-1365,-100-62-5461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33:04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2453 1 24575,'2'8'0,"0"-1"0,1 1 0,1 0 0,1 0 0,1 0 0,0-1 0,1 0 0,1 1 0,13 8 0,-11-7 0,0-1 0,-1 0 0,-1 1 0,0 0 0,-2 0 0,5 11 0,-4-6 0,1 0 0,2 0 0,1-1 0,2 1 0,1-1 0,0-1 0,3 1 0,24 14 0,7 8 0,-39-28 0,-2 1 0,0-1 0,-1 1 0,7 15 0,-8-13 0,1-1 0,0 1 0,12 9 0,0 0 0,22 32 0,-28-33 0,38 37 0,-27-31 0,-2 0 0,-2 1 0,15 34 0,20 27 0,42 26 0,-73-77 0,26 32 0,-42-57 0,0-1 0,-2 1 0,-1-1 0,0 1 0,-2 0 0,0 18 0,-1-15 0,0 0 0,2 0 0,8 16 0,57 114 0,-49-100 0,-11-27 0,-2-1 0,4 28 0,-9 234 0,-3-127 0,0-132 0,-3-1 0,-1 1 0,-2-1 0,-14 20 0,10-19 0,2 0 0,2 1 0,-5 31 0,8-34 0,0 0 0,-3 0 0,-1 0 0,-1 0 0,-2-1 0,-29 27 0,17-17 0,-8 9 0,-3-1 0,-3-1 0,-3-1 0,-3 0 0,-3-2 0,-2 0 0,-74 32 0,26-17 0,16-7 0,-115 41 0,133-53 0,50-18 0,-2-2 0,0 1 0,0-1 0,-32 9 0,0-4 0,27-6 0,0 1 0,1 0 0,0 0 0,0 0 0,-23 10 0,20-7 0,-1 0 0,-1-1 0,-1-1 0,0 0 0,-1 0 0,0-1 0,-28 3 0,-36 8 0,25-4 0,-1-1 0,-1-1 0,-132 9 0,104-10 0,59-6 0,1 0 0,-56 2 0,-593-6 0,642 0 0,0-2 0,0 0 0,1-1 0,-51-8 0,-35-3 0,95 11-1365,6-1-5461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33:04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0 226 24575,'14'0'0,"0"-1"0,0-1 0,-1 1 0,1-1 0,-1 0 0,0-1 0,-1 1 0,1-1 0,-1 0 0,0-1 0,-1 1 0,1-1 0,15-7 0,-10 5 0,0 0 0,1 0 0,1 1 0,25-6 0,26-4 0,-1-1 0,103-33 0,-106 29 0,-36 13 26,1 0-1,0 1 1,61-8-1,-19 3-1492,-39 5-5359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33:04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24575,'1'3'0,"1"0"0,1 0 0,-1-1 0,1 1 0,0 0 0,1-1 0,-1 0 0,1 1 0,0-1 0,0 0 0,1 0 0,-1 0 0,1 0 0,6 2 0,22 12 0,-14-2 0,-2 0 0,-1 0 0,-1 1 0,-2 0 0,9 16 0,-14-18 0,1 0 0,1-1 0,1 0 0,2 0 0,1 0 0,0-1 0,2 1 0,25 12 0,-26-17 0,0 1 0,-2 0 0,0 0 0,-1 0 0,-1 0 0,14 14 0,-16-15-40,0 0-1,1 0 1,1-1 0,0 0-1,1 0 1,21 8-1,-11-4-1041,-3-2-5744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39:15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1 24082,'-330'543'0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39:12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8035 4664 24575,'-23'0'0,"5"-1"0,0 1 0,0 1 0,-1 0 0,1 2 0,0 0 0,-30 9 0,29-4 0,0 0 0,-32 20 0,46-25 0,-1-1 0,1 1 0,-1-1 0,0 0 0,1-1 0,-1 0 0,-8 1 0,8-1 0,0 0 0,0 0 0,0 1 0,0 0 0,1 0 0,-10 5 0,-4 3 0,-30 11 0,-16 9 0,46-21 0,-1 0 0,0-2 0,0 0 0,-32 6 0,-23 8 0,-165 46 0,209-60 0,-1-1 0,0-2 0,-48 1 0,-837-6-1351,879-1 1132,0-1 1,-56-14-1,9 2-17,-140-31 699,110 20-292,91 22-114,-36-1 1,43 4-22,-1 0 0,1-1 0,-1-1 0,-22-6 0,-59-20-36,-16-6 0,85 26 317,0 2 0,-1 0 0,-49-3 1,58 8-273,6-1-45,0 0 0,1-2 0,-1 0 0,-21-9 0,19 6 0,-40-11 0,33 12 0,-31-12 0,38 12 0,1 0 0,-1 2 0,0 0 0,-22-2 0,20 3 0,-1-1 0,1-1 0,0-1 0,1-1 0,0 0 0,-34-20 0,27 14 0,3 3 0,-47-15 0,54 21 0,-28-12 0,-47-25 0,51 22 0,-59-20 0,66 27 0,-52-26 0,71 32 0,-4 0 0,-1 0 0,1 0 0,-27-4 0,26 7 0,0-1 0,1 0 0,-32-15 0,34 12 0,-14-9 0,0 2 0,-1 2 0,-40-13 0,37 17 0,0-2 0,-37-17 0,14 6 0,38 16 0,0-2 0,-23-12 0,35 17 0,0-1 0,-1 2 0,0-1 0,-13-2 0,-24-9 0,-72-52 0,101 58 0,1 0 0,-1 2 0,0 0 0,-28-7 0,26 9 0,0-2 0,1 0 0,0-1 0,-18-9 0,16 4 0,-1 1 0,0 0 0,0 2 0,-1 0 0,-42-10 0,36 11 0,1 0 0,0-2 0,-38-19 0,58 26 0,-36-21 0,31 18 0,1-1 0,-1 1 0,-19-6 0,-1 0 0,1-1 0,0-2 0,-46-30 0,69 41 0,0 1 0,-1 0 0,1 0 0,-1 1 0,-10-3 0,9 3 0,-1-1 0,-17-7 0,-110-67 0,128 72 0,0 1 0,0 0 0,-19-6 0,17 7 0,0-1 0,-19-10 0,-91-63 0,114 74 0,1-1 0,-1 1 0,-12-4 0,13 5 0,-1 0 0,0-1 0,0 0 0,-7-5 0,-12-10 0,10 9 0,0-2 0,1 0 0,1 0 0,0-2 0,0 0 0,-16-20 0,-12-21 0,19 27 0,-32-52 0,21 33 0,26 36 0,0 0 0,1-1 0,-9-14 0,-29-55 0,-11-21 0,51 91 0,1 0 0,0 0 0,0 0 0,1-1 0,0 0 0,1 1 0,-1-15 0,1 9 0,0 0 0,-2 0 0,0 0 0,0 1 0,-2-1 0,0 1 0,-8-14 0,1-4 0,0-1 0,-15-69 0,20 73 0,-1 0 0,-2 1 0,-1 0 0,-19-33 0,-2-5 0,30 59 0,0-1 0,0 1 0,1-1 0,-1-11 0,2 11 0,-1 0 0,0 0 0,0 0 0,-5-11 0,-42-103 0,34 75 0,13 38 0,0 0 0,-1 0 0,-7-15 0,5 13 0,0 0 0,1 0 0,1-1 0,0 1 0,-2-23 0,-2-11 0,3 26 0,-1 1 0,-1 0 0,-12-27 0,-34-80 0,46 109 0,0-1 0,1 0 0,-3-23 0,5 24 0,0 0 0,-2 0 0,0 0 0,-8-18 0,-36-88 0,43 107 0,0 1 0,2-1 0,-4-23 0,6 27 0,0 1 0,0 0 0,-1 0 0,0 0 0,-1 0 0,-1 0 0,1 1 0,-2 0 0,-6-10 0,6 10 0,0 1 0,1-1 0,0 0 0,1 0 0,0-1 0,-3-13 0,-6-15 0,-1-9 0,12 39 0,0 1 0,0 0 0,-1-1 0,0 1 0,0 0 0,-1 0 0,0 1 0,-6-9 0,3 5 0,0-1 0,1 0 0,0 0 0,-7-19 0,-10-22 0,13 34 0,-9-29 0,12 29 0,-16-31 0,22 46 0,-8-12 0,0 1 0,-22-28 0,26 37 0,1 1 0,1-2 0,-1 1 0,1 0 0,0-1 0,0 0 0,-2-9 0,4 9 0,-2 1 0,1-1 0,-1 0 0,0 1 0,-1-1 0,1 1 0,-8-10 0,-48-60 0,55 71 31,1 0 0,0 0-1,0 0 1,0-1 0,0 1-1,1-1 1,0 1 0,0-1-1,-1-10 1,1 7-449,0 1 0,-1 0 0,-6-14 0,3 12-6408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39:13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24575,'6'0'0,"10"-1"0,0 1 0,0 0 0,-1 2 0,1-1 0,-1 2 0,1 0 0,-1 1 0,24 9 0,-14 0 0,27 18 0,-31-18 0,-14-9 0,0-1 0,0-1 0,0 1 0,0-1 0,0 0 0,14 1 0,-12-2 0,0 1 0,-1 0 0,1 0 0,14 7 0,15 10 0,-11-4 0,1-1 0,1-2 0,1 0 0,51 12 0,-65-20 0,0 0 0,17 8 0,19 6 0,-23-8-1365,-17-6-5461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39:18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1374 179 24575,'-14'0'0,"-14"0"0,0 0 0,-1-2 0,-35-7 0,43 4 0,1-1 0,0 0 0,-22-11 0,31 13 0,0 0 0,0 1 0,0 1 0,0 0 0,-16-1 0,14 2 0,1-1 0,-1 0 0,1-1 0,-16-5 0,-83-36 0,93 37 0,0 1 0,-20-4 0,-23-7 0,49 13 0,0 1 0,0 0 0,-1 1 0,1 0 0,-14 0 0,-67 4 0,33 0 0,-30-4 0,-91 5 0,128 6 0,40-6 0,-1 0 0,-23 1 0,-20-3-1365,40-2-5461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39:19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1 259 24575,'10'0'0,"1"-1"0,-1 0 0,0 0 0,0-1 0,1-1 0,-2 0 0,18-6 0,-8-1 0,1-1 0,27-20 0,-31 22 0,0 0 0,1 1 0,0 1 0,0 1 0,25-6 0,36-15 0,-33 7 0,45-28 0,-84 44 68,2 1 0,-1 0 1,0 1-1,15-4 0,-14 5-409,0-1-1,0-1 1,0 1 0,9-6 0,-7 2-6485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39:21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24575,'0'6'0,"0"-1"0,1 1 0,0-1 0,0 1 0,0-1 0,0 1 0,1-1 0,0 0 0,4 8 0,1-1 0,1 0 0,13 15 0,-15-20 0,39 58 0,-36-50 0,0-1 0,0 0 0,2 0 0,-1-1 0,2-1 0,0 0 0,16 13 0,-20-19 0,0 0 0,-1 1 0,0 0 0,7 9 0,-7-8 0,-1-1 0,1 0 0,1 0 0,9 7 0,17 10-1365,-24-17-5461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39:22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24575,'14'1'0,"0"1"0,27 5 0,-25-3 0,-1-1 0,20 1 0,-5-4 0,-7 0 0,1 1 0,44 8 0,-52-5-1365,-2-2-5461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39:25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1859 1 24575,'1'27'0,"-2"0"0,-1 0 0,-7 35 0,5-41 0,-1 34 0,5-41 0,-1 0 0,-1 0 0,0 0 0,-1 0 0,-9 26 0,4-19 0,0 2 0,2-1 0,0 1 0,-4 43 0,7-54 0,1 0 0,-2 1 0,0-2 0,0 1 0,-7 12 0,-12 36 0,18-44 0,-1 1 0,-12 22 0,12-28 0,0 1 0,1 0 0,0 0 0,1 1 0,-5 23 0,5-12 0,-2 0 0,0-1 0,-2 0 0,-18 38 0,24-55 0,-12 24 0,1-3 0,2 1 0,-15 56 0,20-64 0,-1-1 0,0 1 0,-2-2 0,0 1 0,-23 33 0,-2 6 0,31-51 0,0-1 0,1 1 0,0 0 0,-2 7 0,3-7 0,0-1 0,-1 0 0,0 0 0,-1 0 0,-4 9 0,-73 118 0,75-125 0,1 1 0,0 0 0,1-1 0,-5 17 0,5-14 0,0 0 0,-10 20 0,-13 11 0,18-30 0,0 0 0,1 1 0,1-1 0,0 1 0,-7 23 0,8-21 0,-1 0 0,0-1 0,-1 0 0,-1 0 0,0-1 0,-1 0 0,-11 13 0,-19 32 0,22-35 0,0 0 0,-1-1 0,-2-1 0,-28 24 0,0 2 0,32-32 0,-27 19 0,25-20 0,-22 20 0,28-24 0,0 0 0,0-1 0,-1-1 0,-25 13 0,20-12 0,-31 22 0,38-23 0,-1 0 0,0-1 0,-1-1 0,0 0 0,0 0 0,0-1 0,-1-1 0,0-1 0,1 1 0,-1-2 0,-1 0 0,-17 0 0,14-1 0,1 1 0,-1 1 0,-31 10 0,31-8 0,-1 0 0,-37 3 0,-8 2 0,47-6 0,-1-1 0,-18 0 0,-100-3-1365,119 0-5461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39:27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0 467 24575,'23'0'0,"-13"1"0,1-1 0,-1 0 0,0 0 0,0-1 0,0 0 0,0-1 0,0 0 0,0-1 0,-1 0 0,1 0 0,10-6 0,-12 3 0,0-1 0,0 1 0,-1-1 0,0-1 0,-1 1 0,1-1 0,-1-1 0,-1 1 0,0-1 0,6-12 0,-2 4 0,20-26 0,-18 27 0,-1 1 0,12-26 0,11-17 0,-17 34-341,-2 0 0,0-1-1,17-47 1,-27 60-6485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39:28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24575,'0'1'0,"1"0"0,-1 0 0,0-1 0,1 1 0,-1 0 0,0-1 0,1 1 0,-1-1 0,1 1 0,-1 0 0,1-1 0,-1 1 0,1-1 0,0 1 0,-1-1 0,1 1 0,-1-1 0,1 0 0,0 1 0,1-1 0,20 10 0,-9-5 0,28 22 0,-33-20 0,1 0 0,0-1 0,1-1 0,0 0 0,14 6 0,17 7 0,-32-13 0,0-1 0,0 0 0,19 5 0,38 10 0,-40-11 0,36 6 0,-24-6 302,21 2-1969,-44-9-5159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42:15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2453 1 24575,'2'8'0,"0"-1"0,1 1 0,1 0 0,1 0 0,1 0 0,0-1 0,1 0 0,1 1 0,13 8 0,-11-7 0,0-1 0,-1 0 0,-1 1 0,0 0 0,-2 0 0,5 11 0,-4-6 0,1 0 0,2 0 0,1-1 0,2 1 0,1-1 0,0-1 0,3 1 0,24 14 0,7 8 0,-39-28 0,-2 1 0,0-1 0,-1 1 0,7 15 0,-8-13 0,1-1 0,0 1 0,12 9 0,0 0 0,22 32 0,-28-33 0,38 37 0,-27-31 0,-2 0 0,-2 1 0,15 34 0,20 27 0,42 26 0,-73-77 0,26 32 0,-42-57 0,0-1 0,-2 1 0,-1-1 0,0 1 0,-2 0 0,0 18 0,-1-15 0,0 0 0,2 0 0,8 16 0,57 114 0,-49-100 0,-11-27 0,-2-1 0,4 28 0,-9 234 0,-3-127 0,0-132 0,-3-1 0,-1 1 0,-2-1 0,-14 20 0,10-19 0,2 0 0,2 1 0,-5 31 0,8-34 0,0 0 0,-3 0 0,-1 0 0,-1 0 0,-2-1 0,-29 27 0,17-17 0,-8 9 0,-3-1 0,-3-1 0,-3-1 0,-3 0 0,-3-2 0,-2 0 0,-74 32 0,26-17 0,16-7 0,-115 41 0,133-53 0,50-18 0,-2-2 0,0 1 0,0-1 0,-32 9 0,0-4 0,27-6 0,0 1 0,1 0 0,0 0 0,0 0 0,-23 10 0,20-7 0,-1 0 0,-1-1 0,-1-1 0,0 0 0,-1 0 0,0-1 0,-28 3 0,-36 8 0,25-4 0,-1-1 0,-1-1 0,-132 9 0,104-10 0,59-6 0,1 0 0,-56 2 0,-593-6 0,642 0 0,0-2 0,0 0 0,1-1 0,-51-8 0,-35-3 0,95 11-1365,6-1-5461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42:15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0 226 24575,'14'0'0,"0"-1"0,0-1 0,-1 1 0,1-1 0,-1 0 0,0-1 0,-1 1 0,1-1 0,-1 0 0,0-1 0,-1 1 0,1-1 0,15-7 0,-10 5 0,0 0 0,1 0 0,1 1 0,25-6 0,26-4 0,-1-1 0,103-33 0,-106 29 0,-36 13 26,1 0-1,0 1 1,61-8-1,-19 3-1492,-39 5-5359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42:15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24575,'1'3'0,"1"0"0,1 0 0,-1-1 0,1 1 0,0 0 0,1-1 0,-1 0 0,1 1 0,0-1 0,0 0 0,1 0 0,-1 0 0,1 0 0,6 2 0,22 12 0,-14-2 0,-2 0 0,-1 0 0,-1 1 0,-2 0 0,9 16 0,-14-18 0,1 0 0,1-1 0,1 0 0,2 0 0,1 0 0,0-1 0,2 1 0,25 12 0,-26-17 0,0 1 0,-2 0 0,0 0 0,-1 0 0,-1 0 0,14 14 0,-16-15-40,0 0-1,1 0 1,1-1 0,0 0-1,1 0 1,21 8-1,-11-4-1041,-3-2-5744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42:15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1 24082,'-330'543'0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42:15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8035 4664 24575,'-23'0'0,"5"-1"0,0 1 0,0 1 0,-1 0 0,1 2 0,0 0 0,-30 9 0,29-4 0,0 0 0,-32 20 0,46-25 0,-1-1 0,1 1 0,-1-1 0,0 0 0,1-1 0,-1 0 0,-8 1 0,8-1 0,0 0 0,0 0 0,0 1 0,0 0 0,1 0 0,-10 5 0,-4 3 0,-30 11 0,-16 9 0,46-21 0,-1 0 0,0-2 0,0 0 0,-32 6 0,-23 8 0,-165 46 0,209-60 0,-1-1 0,0-2 0,-48 1 0,-837-6-1351,879-1 1132,0-1 1,-56-14-1,9 2-17,-140-31 699,110 20-292,91 22-114,-36-1 1,43 4-22,-1 0 0,1-1 0,-1-1 0,-22-6 0,-59-20-36,-16-6 0,85 26 317,0 2 0,-1 0 0,-49-3 1,58 8-273,6-1-45,0 0 0,1-2 0,-1 0 0,-21-9 0,19 6 0,-40-11 0,33 12 0,-31-12 0,38 12 0,1 0 0,-1 2 0,0 0 0,-22-2 0,20 3 0,-1-1 0,1-1 0,0-1 0,1-1 0,0 0 0,-34-20 0,27 14 0,3 3 0,-47-15 0,54 21 0,-28-12 0,-47-25 0,51 22 0,-59-20 0,66 27 0,-52-26 0,71 32 0,-4 0 0,-1 0 0,1 0 0,-27-4 0,26 7 0,0-1 0,1 0 0,-32-15 0,34 12 0,-14-9 0,0 2 0,-1 2 0,-40-13 0,37 17 0,0-2 0,-37-17 0,14 6 0,38 16 0,0-2 0,-23-12 0,35 17 0,0-1 0,-1 2 0,0-1 0,-13-2 0,-24-9 0,-72-52 0,101 58 0,1 0 0,-1 2 0,0 0 0,-28-7 0,26 9 0,0-2 0,1 0 0,0-1 0,-18-9 0,16 4 0,-1 1 0,0 0 0,0 2 0,-1 0 0,-42-10 0,36 11 0,1 0 0,0-2 0,-38-19 0,58 26 0,-36-21 0,31 18 0,1-1 0,-1 1 0,-19-6 0,-1 0 0,1-1 0,0-2 0,-46-30 0,69 41 0,0 1 0,-1 0 0,1 0 0,-1 1 0,-10-3 0,9 3 0,-1-1 0,-17-7 0,-110-67 0,128 72 0,0 1 0,0 0 0,-19-6 0,17 7 0,0-1 0,-19-10 0,-91-63 0,114 74 0,1-1 0,-1 1 0,-12-4 0,13 5 0,-1 0 0,0-1 0,0 0 0,-7-5 0,-12-10 0,10 9 0,0-2 0,1 0 0,1 0 0,0-2 0,0 0 0,-16-20 0,-12-21 0,19 27 0,-32-52 0,21 33 0,26 36 0,0 0 0,1-1 0,-9-14 0,-29-55 0,-11-21 0,51 91 0,1 0 0,0 0 0,0 0 0,1-1 0,0 0 0,1 1 0,-1-15 0,1 9 0,0 0 0,-2 0 0,0 0 0,0 1 0,-2-1 0,0 1 0,-8-14 0,1-4 0,0-1 0,-15-69 0,20 73 0,-1 0 0,-2 1 0,-1 0 0,-19-33 0,-2-5 0,30 59 0,0-1 0,0 1 0,1-1 0,-1-11 0,2 11 0,-1 0 0,0 0 0,0 0 0,-5-11 0,-42-103 0,34 75 0,13 38 0,0 0 0,-1 0 0,-7-15 0,5 13 0,0 0 0,1 0 0,1-1 0,0 1 0,-2-23 0,-2-11 0,3 26 0,-1 1 0,-1 0 0,-12-27 0,-34-80 0,46 109 0,0-1 0,1 0 0,-3-23 0,5 24 0,0 0 0,-2 0 0,0 0 0,-8-18 0,-36-88 0,43 107 0,0 1 0,2-1 0,-4-23 0,6 27 0,0 1 0,0 0 0,-1 0 0,0 0 0,-1 0 0,-1 0 0,1 1 0,-2 0 0,-6-10 0,6 10 0,0 1 0,1-1 0,0 0 0,1 0 0,0-1 0,-3-13 0,-6-15 0,-1-9 0,12 39 0,0 1 0,0 0 0,-1-1 0,0 1 0,0 0 0,-1 0 0,0 1 0,-6-9 0,3 5 0,0-1 0,1 0 0,0 0 0,-7-19 0,-10-22 0,13 34 0,-9-29 0,12 29 0,-16-31 0,22 46 0,-8-12 0,0 1 0,-22-28 0,26 37 0,1 1 0,1-2 0,-1 1 0,1 0 0,0-1 0,0 0 0,-2-9 0,4 9 0,-2 1 0,1-1 0,-1 0 0,0 1 0,-1-1 0,1 1 0,-8-10 0,-48-60 0,55 71 31,1 0 0,0 0-1,0 0 1,0-1 0,0 1-1,1-1 1,0 1 0,0-1-1,-1-10 1,1 7-449,0 1 0,-1 0 0,-6-14 0,3 12-6408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42:15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24575,'6'0'0,"10"-1"0,0 1 0,0 0 0,-1 2 0,1-1 0,-1 2 0,1 0 0,-1 1 0,24 9 0,-14 0 0,27 18 0,-31-18 0,-14-9 0,0-1 0,0-1 0,0 1 0,0-1 0,0 0 0,14 1 0,-12-2 0,0 1 0,-1 0 0,1 0 0,14 7 0,15 10 0,-11-4 0,1-1 0,1-2 0,1 0 0,51 12 0,-65-20 0,0 0 0,17 8 0,19 6 0,-23-8-1365,-17-6-5461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42:15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1374 179 24575,'-14'0'0,"-14"0"0,0 0 0,-1-2 0,-35-7 0,43 4 0,1-1 0,0 0 0,-22-11 0,31 13 0,0 0 0,0 1 0,0 1 0,0 0 0,-16-1 0,14 2 0,1-1 0,-1 0 0,1-1 0,-16-5 0,-83-36 0,93 37 0,0 1 0,-20-4 0,-23-7 0,49 13 0,0 1 0,0 0 0,-1 1 0,1 0 0,-14 0 0,-67 4 0,33 0 0,-30-4 0,-91 5 0,128 6 0,40-6 0,-1 0 0,-23 1 0,-20-3-1365,40-2-5461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42:15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1 259 24575,'10'0'0,"1"-1"0,-1 0 0,0 0 0,0-1 0,1-1 0,-2 0 0,18-6 0,-8-1 0,1-1 0,27-20 0,-31 22 0,0 0 0,1 1 0,0 1 0,0 1 0,25-6 0,36-15 0,-33 7 0,45-28 0,-84 44 68,2 1 0,-1 0 1,0 1-1,15-4 0,-14 5-409,0-1-1,0-1 1,0 1 0,9-6 0,-7 2-6485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42:15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24575,'0'6'0,"0"-1"0,1 1 0,0-1 0,0 1 0,0-1 0,0 1 0,1-1 0,0 0 0,4 8 0,1-1 0,1 0 0,13 15 0,-15-20 0,39 58 0,-36-50 0,0-1 0,0 0 0,2 0 0,-1-1 0,2-1 0,0 0 0,16 13 0,-20-19 0,0 0 0,-1 1 0,0 0 0,7 9 0,-7-8 0,-1-1 0,1 0 0,1 0 0,9 7 0,17 10-1365,-24-17-5461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42:15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24575,'14'1'0,"0"1"0,27 5 0,-25-3 0,-1-1 0,20 1 0,-5-4 0,-7 0 0,1 1 0,44 8 0,-52-5-1365,-2-2-5461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42:15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1859 1 24575,'1'27'0,"-2"0"0,-1 0 0,-7 35 0,5-41 0,-1 34 0,5-41 0,-1 0 0,-1 0 0,0 0 0,-1 0 0,-9 26 0,4-19 0,0 2 0,2-1 0,0 1 0,-4 43 0,7-54 0,1 0 0,-2 1 0,0-2 0,0 1 0,-7 12 0,-12 36 0,18-44 0,-1 1 0,-12 22 0,12-28 0,0 1 0,1 0 0,0 0 0,1 1 0,-5 23 0,5-12 0,-2 0 0,0-1 0,-2 0 0,-18 38 0,24-55 0,-12 24 0,1-3 0,2 1 0,-15 56 0,20-64 0,-1-1 0,0 1 0,-2-2 0,0 1 0,-23 33 0,-2 6 0,31-51 0,0-1 0,1 1 0,0 0 0,-2 7 0,3-7 0,0-1 0,-1 0 0,0 0 0,-1 0 0,-4 9 0,-73 118 0,75-125 0,1 1 0,0 0 0,1-1 0,-5 17 0,5-14 0,0 0 0,-10 20 0,-13 11 0,18-30 0,0 0 0,1 1 0,1-1 0,0 1 0,-7 23 0,8-21 0,-1 0 0,0-1 0,-1 0 0,-1 0 0,0-1 0,-1 0 0,-11 13 0,-19 32 0,22-35 0,0 0 0,-1-1 0,-2-1 0,-28 24 0,0 2 0,32-32 0,-27 19 0,25-20 0,-22 20 0,28-24 0,0 0 0,0-1 0,-1-1 0,-25 13 0,20-12 0,-31 22 0,38-23 0,-1 0 0,0-1 0,-1-1 0,0 0 0,0 0 0,0-1 0,-1-1 0,0-1 0,1 1 0,-1-2 0,-1 0 0,-17 0 0,14-1 0,1 1 0,-1 1 0,-31 10 0,31-8 0,-1 0 0,-37 3 0,-8 2 0,47-6 0,-1-1 0,-18 0 0,-100-3-1365,119 0-5461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42:15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0 467 24575,'23'0'0,"-13"1"0,1-1 0,-1 0 0,0 0 0,0-1 0,0 0 0,0-1 0,0 0 0,0-1 0,-1 0 0,1 0 0,10-6 0,-12 3 0,0-1 0,0 1 0,-1-1 0,0-1 0,-1 1 0,1-1 0,-1-1 0,-1 1 0,0-1 0,6-12 0,-2 4 0,20-26 0,-18 27 0,-1 1 0,12-26 0,11-17 0,-17 34-341,-2 0 0,0-1-1,17-47 1,-27 60-6485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42:15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24575,'0'1'0,"1"0"0,-1 0 0,0-1 0,1 1 0,-1 0 0,0-1 0,1 1 0,-1-1 0,1 1 0,-1 0 0,1-1 0,-1 1 0,1-1 0,0 1 0,-1-1 0,1 1 0,-1-1 0,1 0 0,0 1 0,1-1 0,20 10 0,-9-5 0,28 22 0,-33-20 0,1 0 0,0-1 0,1-1 0,0 0 0,14 6 0,17 7 0,-32-13 0,0-1 0,0 0 0,19 5 0,38 10 0,-40-11 0,36 6 0,-24-6 302,21 2-1969,-44-9-5159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48:24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2453 1 24575,'2'8'0,"0"-1"0,1 1 0,1 0 0,1 0 0,1 0 0,0-1 0,1 0 0,1 1 0,13 8 0,-11-7 0,0-1 0,-1 0 0,-1 1 0,0 0 0,-2 0 0,5 11 0,-4-6 0,1 0 0,2 0 0,1-1 0,2 1 0,1-1 0,0-1 0,3 1 0,24 14 0,7 8 0,-39-28 0,-2 1 0,0-1 0,-1 1 0,7 15 0,-8-13 0,1-1 0,0 1 0,12 9 0,0 0 0,22 32 0,-28-33 0,38 37 0,-27-31 0,-2 0 0,-2 1 0,15 34 0,20 27 0,42 26 0,-73-77 0,26 32 0,-42-57 0,0-1 0,-2 1 0,-1-1 0,0 1 0,-2 0 0,0 18 0,-1-15 0,0 0 0,2 0 0,8 16 0,57 114 0,-49-100 0,-11-27 0,-2-1 0,4 28 0,-9 234 0,-3-127 0,0-132 0,-3-1 0,-1 1 0,-2-1 0,-14 20 0,10-19 0,2 0 0,2 1 0,-5 31 0,8-34 0,0 0 0,-3 0 0,-1 0 0,-1 0 0,-2-1 0,-29 27 0,17-17 0,-8 9 0,-3-1 0,-3-1 0,-3-1 0,-3 0 0,-3-2 0,-2 0 0,-74 32 0,26-17 0,16-7 0,-115 41 0,133-53 0,50-18 0,-2-2 0,0 1 0,0-1 0,-32 9 0,0-4 0,27-6 0,0 1 0,1 0 0,0 0 0,0 0 0,-23 10 0,20-7 0,-1 0 0,-1-1 0,-1-1 0,0 0 0,-1 0 0,0-1 0,-28 3 0,-36 8 0,25-4 0,-1-1 0,-1-1 0,-132 9 0,104-10 0,59-6 0,1 0 0,-56 2 0,-593-6 0,642 0 0,0-2 0,0 0 0,1-1 0,-51-8 0,-35-3 0,95 11-1365,6-1-5461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48:24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0 226 24575,'14'0'0,"0"-1"0,0-1 0,-1 1 0,1-1 0,-1 0 0,0-1 0,-1 1 0,1-1 0,-1 0 0,0-1 0,-1 1 0,1-1 0,15-7 0,-10 5 0,0 0 0,1 0 0,1 1 0,25-6 0,26-4 0,-1-1 0,103-33 0,-106 29 0,-36 13 26,1 0-1,0 1 1,61-8-1,-19 3-1492,-39 5-5359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48:24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24575,'1'3'0,"1"0"0,1 0 0,-1-1 0,1 1 0,0 0 0,1-1 0,-1 0 0,1 1 0,0-1 0,0 0 0,1 0 0,-1 0 0,1 0 0,6 2 0,22 12 0,-14-2 0,-2 0 0,-1 0 0,-1 1 0,-2 0 0,9 16 0,-14-18 0,1 0 0,1-1 0,1 0 0,2 0 0,1 0 0,0-1 0,2 1 0,25 12 0,-26-17 0,0 1 0,-2 0 0,0 0 0,-1 0 0,-1 0 0,14 14 0,-16-15-40,0 0-1,1 0 1,1-1 0,0 0-1,1 0 1,21 8-1,-11-4-1041,-3-2-5744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48:24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1 24082,'-330'543'0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48:24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8035 4664 24575,'-23'0'0,"5"-1"0,0 1 0,0 1 0,-1 0 0,1 2 0,0 0 0,-30 9 0,29-4 0,0 0 0,-32 20 0,46-25 0,-1-1 0,1 1 0,-1-1 0,0 0 0,1-1 0,-1 0 0,-8 1 0,8-1 0,0 0 0,0 0 0,0 1 0,0 0 0,1 0 0,-10 5 0,-4 3 0,-30 11 0,-16 9 0,46-21 0,-1 0 0,0-2 0,0 0 0,-32 6 0,-23 8 0,-165 46 0,209-60 0,-1-1 0,0-2 0,-48 1 0,-837-6-1351,879-1 1132,0-1 1,-56-14-1,9 2-17,-140-31 699,110 20-292,91 22-114,-36-1 1,43 4-22,-1 0 0,1-1 0,-1-1 0,-22-6 0,-59-20-36,-16-6 0,85 26 317,0 2 0,-1 0 0,-49-3 1,58 8-273,6-1-45,0 0 0,1-2 0,-1 0 0,-21-9 0,19 6 0,-40-11 0,33 12 0,-31-12 0,38 12 0,1 0 0,-1 2 0,0 0 0,-22-2 0,20 3 0,-1-1 0,1-1 0,0-1 0,1-1 0,0 0 0,-34-20 0,27 14 0,3 3 0,-47-15 0,54 21 0,-28-12 0,-47-25 0,51 22 0,-59-20 0,66 27 0,-52-26 0,71 32 0,-4 0 0,-1 0 0,1 0 0,-27-4 0,26 7 0,0-1 0,1 0 0,-32-15 0,34 12 0,-14-9 0,0 2 0,-1 2 0,-40-13 0,37 17 0,0-2 0,-37-17 0,14 6 0,38 16 0,0-2 0,-23-12 0,35 17 0,0-1 0,-1 2 0,0-1 0,-13-2 0,-24-9 0,-72-52 0,101 58 0,1 0 0,-1 2 0,0 0 0,-28-7 0,26 9 0,0-2 0,1 0 0,0-1 0,-18-9 0,16 4 0,-1 1 0,0 0 0,0 2 0,-1 0 0,-42-10 0,36 11 0,1 0 0,0-2 0,-38-19 0,58 26 0,-36-21 0,31 18 0,1-1 0,-1 1 0,-19-6 0,-1 0 0,1-1 0,0-2 0,-46-30 0,69 41 0,0 1 0,-1 0 0,1 0 0,-1 1 0,-10-3 0,9 3 0,-1-1 0,-17-7 0,-110-67 0,128 72 0,0 1 0,0 0 0,-19-6 0,17 7 0,0-1 0,-19-10 0,-91-63 0,114 74 0,1-1 0,-1 1 0,-12-4 0,13 5 0,-1 0 0,0-1 0,0 0 0,-7-5 0,-12-10 0,10 9 0,0-2 0,1 0 0,1 0 0,0-2 0,0 0 0,-16-20 0,-12-21 0,19 27 0,-32-52 0,21 33 0,26 36 0,0 0 0,1-1 0,-9-14 0,-29-55 0,-11-21 0,51 91 0,1 0 0,0 0 0,0 0 0,1-1 0,0 0 0,1 1 0,-1-15 0,1 9 0,0 0 0,-2 0 0,0 0 0,0 1 0,-2-1 0,0 1 0,-8-14 0,1-4 0,0-1 0,-15-69 0,20 73 0,-1 0 0,-2 1 0,-1 0 0,-19-33 0,-2-5 0,30 59 0,0-1 0,0 1 0,1-1 0,-1-11 0,2 11 0,-1 0 0,0 0 0,0 0 0,-5-11 0,-42-103 0,34 75 0,13 38 0,0 0 0,-1 0 0,-7-15 0,5 13 0,0 0 0,1 0 0,1-1 0,0 1 0,-2-23 0,-2-11 0,3 26 0,-1 1 0,-1 0 0,-12-27 0,-34-80 0,46 109 0,0-1 0,1 0 0,-3-23 0,5 24 0,0 0 0,-2 0 0,0 0 0,-8-18 0,-36-88 0,43 107 0,0 1 0,2-1 0,-4-23 0,6 27 0,0 1 0,0 0 0,-1 0 0,0 0 0,-1 0 0,-1 0 0,1 1 0,-2 0 0,-6-10 0,6 10 0,0 1 0,1-1 0,0 0 0,1 0 0,0-1 0,-3-13 0,-6-15 0,-1-9 0,12 39 0,0 1 0,0 0 0,-1-1 0,0 1 0,0 0 0,-1 0 0,0 1 0,-6-9 0,3 5 0,0-1 0,1 0 0,0 0 0,-7-19 0,-10-22 0,13 34 0,-9-29 0,12 29 0,-16-31 0,22 46 0,-8-12 0,0 1 0,-22-28 0,26 37 0,1 1 0,1-2 0,-1 1 0,1 0 0,0-1 0,0 0 0,-2-9 0,4 9 0,-2 1 0,1-1 0,-1 0 0,0 1 0,-1-1 0,1 1 0,-8-10 0,-48-60 0,55 71 31,1 0 0,0 0-1,0 0 1,0-1 0,0 1-1,1-1 1,0 1 0,0-1-1,-1-10 1,1 7-449,0 1 0,-1 0 0,-6-14 0,3 12-6408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48:24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24575,'6'0'0,"10"-1"0,0 1 0,0 0 0,-1 2 0,1-1 0,-1 2 0,1 0 0,-1 1 0,24 9 0,-14 0 0,27 18 0,-31-18 0,-14-9 0,0-1 0,0-1 0,0 1 0,0-1 0,0 0 0,14 1 0,-12-2 0,0 1 0,-1 0 0,1 0 0,14 7 0,15 10 0,-11-4 0,1-1 0,1-2 0,1 0 0,51 12 0,-65-20 0,0 0 0,17 8 0,19 6 0,-23-8-1365,-17-6-5461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48:24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1374 179 24575,'-14'0'0,"-14"0"0,0 0 0,-1-2 0,-35-7 0,43 4 0,1-1 0,0 0 0,-22-11 0,31 13 0,0 0 0,0 1 0,0 1 0,0 0 0,-16-1 0,14 2 0,1-1 0,-1 0 0,1-1 0,-16-5 0,-83-36 0,93 37 0,0 1 0,-20-4 0,-23-7 0,49 13 0,0 1 0,0 0 0,-1 1 0,1 0 0,-14 0 0,-67 4 0,33 0 0,-30-4 0,-91 5 0,128 6 0,40-6 0,-1 0 0,-23 1 0,-20-3-1365,40-2-5461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48:24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1 259 24575,'10'0'0,"1"-1"0,-1 0 0,0 0 0,0-1 0,1-1 0,-2 0 0,18-6 0,-8-1 0,1-1 0,27-20 0,-31 22 0,0 0 0,1 1 0,0 1 0,0 1 0,25-6 0,36-15 0,-33 7 0,45-28 0,-84 44 68,2 1 0,-1 0 1,0 1-1,15-4 0,-14 5-409,0-1-1,0-1 1,0 1 0,9-6 0,-7 2-6485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48:24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24575,'0'6'0,"0"-1"0,1 1 0,0-1 0,0 1 0,0-1 0,0 1 0,1-1 0,0 0 0,4 8 0,1-1 0,1 0 0,13 15 0,-15-20 0,39 58 0,-36-50 0,0-1 0,0 0 0,2 0 0,-1-1 0,2-1 0,0 0 0,16 13 0,-20-19 0,0 0 0,-1 1 0,0 0 0,7 9 0,-7-8 0,-1-1 0,1 0 0,1 0 0,9 7 0,17 10-1365,-24-17-5461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48:24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24575,'14'1'0,"0"1"0,27 5 0,-25-3 0,-1-1 0,20 1 0,-5-4 0,-7 0 0,1 1 0,44 8 0,-52-5-1365,-2-2-5461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48:24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1859 1 24575,'1'27'0,"-2"0"0,-1 0 0,-7 35 0,5-41 0,-1 34 0,5-41 0,-1 0 0,-1 0 0,0 0 0,-1 0 0,-9 26 0,4-19 0,0 2 0,2-1 0,0 1 0,-4 43 0,7-54 0,1 0 0,-2 1 0,0-2 0,0 1 0,-7 12 0,-12 36 0,18-44 0,-1 1 0,-12 22 0,12-28 0,0 1 0,1 0 0,0 0 0,1 1 0,-5 23 0,5-12 0,-2 0 0,0-1 0,-2 0 0,-18 38 0,24-55 0,-12 24 0,1-3 0,2 1 0,-15 56 0,20-64 0,-1-1 0,0 1 0,-2-2 0,0 1 0,-23 33 0,-2 6 0,31-51 0,0-1 0,1 1 0,0 0 0,-2 7 0,3-7 0,0-1 0,-1 0 0,0 0 0,-1 0 0,-4 9 0,-73 118 0,75-125 0,1 1 0,0 0 0,1-1 0,-5 17 0,5-14 0,0 0 0,-10 20 0,-13 11 0,18-30 0,0 0 0,1 1 0,1-1 0,0 1 0,-7 23 0,8-21 0,-1 0 0,0-1 0,-1 0 0,-1 0 0,0-1 0,-1 0 0,-11 13 0,-19 32 0,22-35 0,0 0 0,-1-1 0,-2-1 0,-28 24 0,0 2 0,32-32 0,-27 19 0,25-20 0,-22 20 0,28-24 0,0 0 0,0-1 0,-1-1 0,-25 13 0,20-12 0,-31 22 0,38-23 0,-1 0 0,0-1 0,-1-1 0,0 0 0,0 0 0,0-1 0,-1-1 0,0-1 0,1 1 0,-1-2 0,-1 0 0,-17 0 0,14-1 0,1 1 0,-1 1 0,-31 10 0,31-8 0,-1 0 0,-37 3 0,-8 2 0,47-6 0,-1-1 0,-18 0 0,-100-3-1365,119 0-5461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48:24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0 467 24575,'23'0'0,"-13"1"0,1-1 0,-1 0 0,0 0 0,0-1 0,0 0 0,0-1 0,0 0 0,0-1 0,-1 0 0,1 0 0,10-6 0,-12 3 0,0-1 0,0 1 0,-1-1 0,0-1 0,-1 1 0,1-1 0,-1-1 0,-1 1 0,0-1 0,6-12 0,-2 4 0,20-26 0,-18 27 0,-1 1 0,12-26 0,11-17 0,-17 34-341,-2 0 0,0-1-1,17-47 1,-27 60-6485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48:24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24575,'0'1'0,"1"0"0,-1 0 0,0-1 0,1 1 0,-1 0 0,0-1 0,1 1 0,-1-1 0,1 1 0,-1 0 0,1-1 0,-1 1 0,1-1 0,0 1 0,-1-1 0,1 1 0,-1-1 0,1 0 0,0 1 0,1-1 0,20 10 0,-9-5 0,28 22 0,-33-20 0,1 0 0,0-1 0,1-1 0,0 0 0,14 6 0,17 7 0,-32-13 0,0-1 0,0 0 0,19 5 0,38 10 0,-40-11 0,36 6 0,-24-6 302,21 2-1969,-44-9-5159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54:23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2444 1 24575,'2'7'0,"0"-2"0,1 2 0,1-1 0,1 1 0,0-1 0,1 0 0,1 0 0,1 0 0,13 7 0,-11-5 0,0-2 0,-1 1 0,-1 0 0,0 0 0,-2 1 0,5 8 0,-4-4 0,1-1 0,2 0 0,1 0 0,2 0 0,1 0 0,0-1 0,3 0 0,24 12 0,6 7 0,-38-23 0,-2 0 0,0 0 0,-1 1 0,7 11 0,-8-10 0,1 0 0,0 0 0,12 7 0,0 1 0,22 26 0,-28-28 0,38 31 0,-27-25 0,-3-1 0,-1 2 0,15 27 0,20 22 0,42 22 0,-73-64 0,25 27 0,-41-47 0,0-1 0,-2 1 0,-1 0 0,0 0 0,-2 0 0,0 15 0,-1-12 0,0-1 0,2 1 0,8 12 0,57 94 0,-49-82 0,-11-22 0,-2 0 0,4 22 0,-9 191 0,-3-104 0,0-107 0,-3-1 0,-1 0 0,-2 0 0,-14 16 0,10-15 0,2 0 0,2 0 0,-5 26 0,8-28 0,0 0 0,-3 0 0,-1 0 0,-1 0 0,-2 0 0,-29 21 0,18-14 0,-9 8 0,-3-1 0,-3-1 0,-3-1 0,-3 1 0,-3-3 0,-1 1 0,-75 26 0,27-14 0,15-6 0,-114 34 0,132-44 0,50-14 0,-2-2 0,0 1 0,0-1 0,-32 7 0,0-3 0,27-4 0,1 0 0,0 0 0,0 0 0,0 0 0,-23 8 0,20-5 0,-1-1 0,-1 0 0,-1-1 0,0 0 0,-1 0 0,1-1 0,-29 2 0,-36 7 0,25-3 0,0-1 0,-2-1 0,-131 8 0,103-9 0,59-4 0,1-1 0,-55 2 0,-592-5 0,640 1 0,1-3 0,-1 1 0,1-2 0,-51-5 0,-34-4 0,94 10-1365,6-1-5461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54:23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0 184 24575,'14'0'0,"0"0"0,0-2 0,-1 1 0,1 0 0,-1-1 0,0-1 0,-1 2 0,1-2 0,-2 1 0,1-1 0,-1 0 0,1 0 0,15-6 0,-10 4 0,0 0 0,1 0 0,1 1 0,25-5 0,26-3 0,-2-1 0,104-27 0,-107 24 0,-35 10 26,1 0-1,0 1 1,61-6-1,-20 2-1492,-38 4-5359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54:23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24575,'1'2'0,"1"1"0,1-1 0,-1 0 0,1 0 0,0 1 0,1-1 0,-1-1 0,1 2 0,0-2 0,0 1 0,1-1 0,-1 1 0,1 0 0,6 1 0,22 10 0,-14-2 0,-2 1 0,-2-1 0,0 2 0,-2-1 0,9 13 0,-14-14 0,1-1 0,1 0 0,1 0 0,2 0 0,1 0 0,0-1 0,2 0 0,25 11 0,-26-14 0,0 0 0,-2 1 0,0-1 0,-2 1 0,0-1 0,14 12 0,-16-12-40,0 0-1,1-1 1,1 0 0,0 0-1,1 0 1,21 6-1,-11-2-1041,-3-3-5744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54:23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1 24082,'-328'443'0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54:23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8004 3807 24575,'-23'0'0,"5"-1"0,0 1 0,0 0 0,0 2 0,0-1 0,0 2 0,-30 7 0,29-4 0,0 1 0,-32 16 0,46-21 0,-1 0 0,1 0 0,-1 0 0,1-1 0,-1 1 0,0-1 0,-7 0 0,7 0 0,0 0 0,0 0 0,0 0 0,0 1 0,0-1 0,-9 5 0,-3 2 0,-32 9 0,-14 7 0,45-16 0,-1-1 0,0-1 0,0 0 0,-31 5 0,-24 6 0,-164 37 0,208-48 0,-1-1 0,0-2 0,-48 2 0,-833-6-1351,875-1 1132,0-1 1,-55-11-1,8 2-17,-139-26 699,109 17-292,92 18-114,-37-1 1,42 4-22,1-1 0,0-1 0,-1 0 0,-22-6 0,-58-16-36,-17-4 0,85 21 317,0 0 0,-1 2 0,-49-3 1,59 6-273,5 0-45,0-1 0,0 0 0,1-1 0,-22-9 0,19 7 0,-39-9 0,32 9 0,-32-10 0,40 11 0,-1-1 0,1 2 0,-1 0 0,-22-2 0,20 3 0,-1-1 0,1-1 0,1-1 0,-1 0 0,1-1 0,-33-16 0,26 12 0,3 2 0,-47-12 0,54 17 0,-27-10 0,-48-20 0,51 17 0,-59-16 0,66 23 0,-52-22 0,72 27 0,-5-2 0,-1 2 0,0 0 0,-25-4 0,25 5 0,0 0 0,1 0 0,-31-13 0,33 11 0,-14-8 0,0 2 0,-2 1 0,-38-10 0,36 14 0,0-2 0,-36-14 0,13 5 0,38 13 0,0-1 0,-23-11 0,35 14 0,0 1 0,-1-1 0,1 1 0,-15-2 0,-23-7 0,-71-43 0,101 47 0,-1 1 0,0 1 0,0 0 0,-28-5 0,27 6 0,-1 0 0,1-1 0,0-1 0,-18-7 0,16 3 0,0 1 0,-1 0 0,-1 1 0,0 2 0,-41-10 0,35 10 0,1-1 0,0-1 0,-38-16 0,58 22 0,-36-18 0,32 15 0,-1-1 0,0 2 0,-18-7 0,-2 2 0,1-2 0,0-1 0,-46-25 0,69 34 0,0 0 0,-1 1 0,1 0 0,0 0 0,-12-2 0,10 2 0,-1 0 0,-16-6 0,-111-55 0,129 59 0,-2 0 0,1 1 0,-19-5 0,17 5 0,0 0 0,-18-8 0,-92-52 0,114 60 0,1 1 0,-1-1 0,-12-3 0,13 5 0,-1-1 0,0-1 0,1 1 0,-9-5 0,-11-7 0,10 6 0,1 0 0,0-1 0,0-1 0,1 0 0,1 0 0,-17-17 0,-12-17 0,19 21 0,-31-41 0,20 26 0,25 30 0,1 0 0,1-1 0,-8-11 0,-31-46 0,-9-16 0,50 74 0,1 0 0,0-1 0,0 1 0,1-1 0,0 1 0,1-1 0,-1-11 0,1 6 0,0 1 0,-2 0 0,0 1 0,0-1 0,-2 0 0,0 1 0,-7-12 0,-1-3 0,2 0 0,-16-57 0,20 59 0,-2 1 0,-1 0 0,-1 0 0,-19-26 0,-1-5 0,28 48 0,2 0 0,-1 0 0,1 0 0,-1-9 0,2 8 0,-1 1 0,0 0 0,0-1 0,-5-8 0,-42-84 0,35 61 0,11 31 0,1-1 0,-1 1 0,-7-12 0,5 10 0,1 0 0,0 0 0,0 0 0,2 0 0,-3-19 0,-3-9 0,4 23 0,-1-1 0,0 1 0,-13-23 0,-34-65 0,45 89 0,2-1 0,0 1 0,-3-20 0,5 20 0,-1 0 0,0 1 0,-1-1 0,-8-15 0,-36-71 0,43 87 0,1 0 0,0 0 0,-3-19 0,7 23 0,-1 0 0,-1 0 0,0 0 0,0 0 0,-1 0 0,0 0 0,-1 1 0,0 0 0,-8-9 0,7 9 0,1 1 0,0-1 0,0 0 0,0-1 0,2 1 0,-5-12 0,-5-12 0,0-7 0,11 32 0,0 0 0,0 0 0,-1 0 0,0 1 0,0-1 0,-1 1 0,0 0 0,-6-7 0,3 4 0,0-1 0,0 1 0,1-1 0,-6-16 0,-11-17 0,13 27 0,-9-23 0,12 23 0,-15-24 0,20 37 0,-7-10 0,0 0 0,-22-22 0,27 31 0,0-1 0,0 0 0,1 0 0,-1-1 0,2 1 0,-1 0 0,-2-8 0,3 7 0,0 0 0,-1 1 0,0-1 0,0 1 0,0 0 0,-1 0 0,-7-8 0,-47-50 0,54 59 31,1 0 0,-1 0-1,1 0 1,1 0 0,-1-1-1,1 1 1,0-1 0,0 1-1,-1-10 1,1 7-449,-1 1 0,1-1 0,-7-11 0,3 10-6408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54:23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24575,'6'0'0,"10"-1"0,0 1 0,-1 0 0,1 1 0,0 1 0,-1 0 0,0 0 0,1 2 0,22 6 0,-13 1 0,27 14 0,-31-14 0,-14-8 0,0-1 0,-1 0 0,1 0 0,1 0 0,-1-1 0,14 2 0,-12-2 0,-1 0 0,1 1 0,-1 0 0,15 5 0,15 8 0,-11-2 0,2-2 0,-1-1 0,2 0 0,51 10 0,-65-17 0,-1 0 0,18 7 0,19 5 0,-23-7-1365,-17-5-5461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54:23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1368 146 24575,'-14'0'0,"-14"0"0,1 0 0,-1-2 0,-37-5 0,45 3 0,-1-1 0,1 0 0,-22-9 0,32 11 0,-1 0 0,0 1 0,0 0 0,0 0 0,-16-1 0,14 3 0,1-2 0,-1 0 0,1 0 0,-15-5 0,-85-28 0,95 29 0,-1 1 0,-20-3 0,-23-6 0,50 11 0,-2 0 0,1 1 0,0 0 0,-1 1 0,-13-1 0,-66 4 0,32-1 0,-30-2 0,-90 3 0,128 6 0,38-6 0,0 0 0,-22 2 0,-21-4-1365,40 0-5461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54:23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1 211 24575,'10'0'0,"1"0"0,-1-1 0,0 0 0,0-1 0,0 0 0,0 0 0,16-6 0,-6 0 0,-1-1 0,29-16 0,-33 17 0,1 1 0,1 1 0,0 0 0,0 1 0,24-5 0,38-12 0,-35 5 0,46-22 0,-84 37 68,1-1 0,1 1 1,-1 0-1,15-3 0,-14 4-409,0-1-1,0 0 1,-1 0 0,10-4 0,-7 1-6485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54:23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24575,'0'5'0,"0"-1"0,1 1 0,0-1 0,0 1 0,0-1 0,0 1 0,1-1 0,0 0 0,4 7 0,1-2 0,1 1 0,13 13 0,-16-18 0,41 48 0,-38-41 0,1 0 0,1-1 0,0 0 0,1 0 0,0-1 0,1 0 0,17 10 0,-22-15 0,1 0 0,-1 1 0,0-1 0,7 8 0,-7-6 0,-1-1 0,1-1 0,1 1 0,9 6 0,17 7-1365,-24-13-5461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54:23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3 145 24575,'67'-3'0,"0"-2"0,128-25 0,-123 16 0,0 3 0,96-4 0,-29 13 0,-28 2 0,-1-4 0,214-32 0,-251 24-1365,-7 2-5461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54:23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1852 1 24575,'0'22'0,"0"0"0,-2 0 0,-7 29 0,5-34 0,-1 27 0,5-32 0,-1-1 0,-1 1 0,0-1 0,-1 1 0,-9 20 0,4-14 0,0 0 0,2 0 0,0 1 0,-4 35 0,8-44 0,-1 0 0,-1 0 0,1-1 0,-2 1 0,-6 9 0,-11 30 0,16-35 0,0-1 0,-12 19 0,12-23 0,0 1 0,1 0 0,1 0 0,0 0 0,-5 20 0,4-11 0,0 1 0,-2-1 0,0 0 0,-19 30 0,23-44 0,-10 20 0,0-3 0,2 0 0,-15 47 0,20-53 0,-1 0 0,0 0 0,-2-1 0,0 0 0,-23 28 0,-2 4 0,31-42 0,1 1 0,-1-1 0,1 1 0,-1 6 0,2-7 0,-1 0 0,0 0 0,0 0 0,0 0 0,-5 7 0,-73 97 0,75-103 0,1 1 0,0 0 0,1 1 0,-5 11 0,5-10 0,0 0 0,-10 17 0,-13 8 0,18-24 0,1 0 0,0 0 0,0 0 0,1 1 0,-6 18 0,6-17 0,1 0 0,-2 0 0,0 0 0,0-1 0,-1 0 0,-1-1 0,-11 12 0,-20 25 0,24-28 0,-1-1 0,-2 0 0,0-1 0,-28 20 0,-2 2 0,33-27 0,-27 16 0,25-17 0,-21 16 0,27-18 0,0-2 0,0 1 0,-1-1 0,-25 10 0,20-9 0,-30 16 0,36-17 0,0-1 0,0 0 0,0-1 0,-1 0 0,0 0 0,-1-1 0,1-1 0,-1 0 0,0 0 0,0-1 0,0-1 0,-18 1 0,14-1 0,1 1 0,0 0 0,-32 8 0,31-5 0,-1-2 0,-37 4 0,-8 1 0,47-5 0,0 0 0,-20 0 0,-98-4-1365,118 1-5461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54:23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0 381 24575,'23'0'0,"-13"1"0,0-1 0,1 0 0,-1 0 0,0-1 0,0 0 0,0 0 0,-1-1 0,1 0 0,0-1 0,-1 1 0,12-6 0,-13 3 0,-1 0 0,1 0 0,-1-1 0,0 0 0,0 0 0,-1-1 0,0 0 0,-1 0 0,1 0 0,4-10 0,-1 3 0,20-21 0,-18 22 0,-1 0 0,12-20 0,11-14 0,-17 28-341,-2-1 0,-1-1-1,19-37 1,-28 48-6485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54:23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24575,'1'1'0,"-1"0"0,0 0 0,1 0 0,-1-1 0,1 1 0,-1 0 0,1-1 0,-1 1 0,1 0 0,0-1 0,-1 1 0,1-1 0,0 1 0,0-1 0,0 1 0,-1-1 0,1 1 0,0-1 0,0 1 0,1-1 0,28 10 0,-12-4 0,35 24 0,-41-22 0,0-1 0,0-1 0,1 0 0,-1 0 0,21 5 0,22 9 0,-44-15 0,1 0 0,0-1 0,25 6 0,50 10 0,-52-11 0,47 7 0,-31-8 302,27 3-1969,-58-10-5159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59:06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1 138 24575,'6'0'0,"1"1"0,-1 0 0,0 0 0,0 1 0,8 2 0,23 6 0,32-1 0,-30-3 0,60 1 0,-32-6 0,73-3 0,-128 0 0,0-1 0,-1 0 0,1 0 0,-1-1 0,22-11 0,-17 7 0,29-8 0,-23 9 0,-5 2 0,1 0 0,0 1 0,0 1 0,25-1 0,37 5 0,47-2 0,-105-2 0,-1-1 0,0-1 0,0-1 0,25-11 0,-11 4 183,61-28-1731,-85 35-5278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59:13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365 0 24575,'0'8'0,"1"1"0,0-1 0,0 0 0,1 0 0,0 0 0,1-1 0,-1 1 0,2-1 0,-1 1 0,1-1 0,0 0 0,0 0 0,1 0 0,0-1 0,11 12 0,-8-9 0,0 0 0,-1 0 0,0 1 0,-1 0 0,0 0 0,0 0 0,-1 1 0,0 0 0,4 19 0,-4-16 0,0 1 0,1-1 0,1-1 0,0 1 0,14 18 0,-9-12 0,13 26 0,52 115 0,-76-160 0,-1-1 0,0 1 0,1-1 0,-1 1 0,0-1 0,0 1 0,1-1 0,-1 1 0,0-1 0,0 1 0,0-1 0,0 1 0,0 0 0,0-1 0,0 1 0,0-1 0,0 1 0,0-1 0,0 1 0,0 0 0,0-1 0,0 1 0,-1-1 0,1 1 0,0-1 0,0 1 0,-1-1 0,1 1 0,0-1 0,-1 1 0,1-1 0,-1 1 0,-1 0 0,1 0 0,0-1 0,-1 1 0,1 0 0,-1-1 0,1 0 0,-1 1 0,0-1 0,1 0 0,-1 0 0,1 0 0,-3 0 0,-3 0 0,0-1 0,1 0 0,-1 0 0,-13-5 0,12 3 0,1-1 0,-1 0 0,1-1 0,0 1 0,1-1 0,-1 0 0,1-1 0,0 0 0,0 0 0,1 0 0,-5-8 0,5 10 0,1 0 0,0 0 0,-1 0 0,1 0 0,-1 1 0,0 0 0,0 0 0,-10-4 0,10 5 0,0-1 0,0 1 0,0-1 0,0 0 0,0-1 0,1 1 0,-1-1 0,1 0 0,0 0 0,-5-6 0,3 1 0,0 0 0,0 0 0,-1 1 0,0 0 0,-1 0 0,0 1 0,0 0 0,0 0 0,-10-5 0,8 6 0,1 0 0,0-1 0,-14-13 0,21 18 0,0 0 0,1 1 0,-1-1 0,0 0 0,1 0 0,-1 0 0,1-1 0,0 1 0,0 0 0,0 0 0,0-1 0,0 1 0,0 0 0,0-1 0,1 1 0,-1-1 0,1 1 0,0-1 0,0 1 0,0-1 0,0 0 0,1-3 0,19-40 0,-15 35 0,0-1 0,7-22 0,-8 16 0,-2 9 0,-1 1 0,1 0 0,1 0 0,-1 0 0,1 0 0,1 0 0,-1 1 0,1-1 0,7-9 0,-10 17 0,-1-1 0,1 0 0,0 0 0,-1 0 0,1 1 0,0-1 0,0 0 0,0 1 0,0-1 0,-1 1 0,1-1 0,0 1 0,0-1 0,0 1 0,0 0 0,0 0 0,0-1 0,0 1 0,0 0 0,1 0 0,-1 0 0,0 0 0,2 0 0,-2 1 0,0-1 0,0 1 0,0 0 0,-1-1 0,1 1 0,0 0 0,0 0 0,0 0 0,0 0 0,-1 0 0,1 0 0,0 0 0,-1 0 0,1 0 0,-1 0 0,1 0 0,-1 2 0,3 4 0,-1 1 0,-1 0 0,1 0 0,-1 15 0,0-5 0,-2 0 0,0-1 0,-1 1 0,0 0 0,-7 21 0,5-28 0,0 0 0,0-1 0,-1 1 0,-1-1 0,0 0 0,0 0 0,-1-1 0,0 1 0,-9 8 0,-9 13 0,21-24 0,-1-1 0,1 0 0,-1-1 0,0 1 0,-1-1 0,-8 6 0,4-4 0,-8 6 0,0-1 0,-1-1 0,-32 15 0,51-26 0,-1 0 0,1 0 0,0 1 0,-1-1 0,1 0 0,-1 0 0,1 0 0,0 1 0,-1-1 0,1 0 0,-1 0 0,1 0 0,0 0 0,-1 0 0,1 0 0,-1 0 0,1 0 0,-1 0 0,1 0 0,0 0 0,-1 0 0,1 0 0,-1 0 0,1-1 0,0 1 0,-1 0 0,1 0 0,-1 0 0,1-1 0,0 1 0,-1 0 0,1 0 0,0-1 0,-1 1 0,1 0 0,0-1 0,-1 0 0,1 0 0,0-1 0,0 1 0,0 0 0,0-1 0,0 1 0,0-1 0,0 1 0,1-1 0,-1 1 0,1 0 0,0-3 0,21-40 0,-20 42 0,3-6 0,0 1 0,1 0 0,0 0 0,1 0 0,-1 1 0,1-1 0,1 2 0,9-7 0,16-13 0,-26 18 0,0-1 0,0 0 0,0 0 0,6-12 0,18-21 0,-2 5 0,-20 25 0,0 0 0,16-16 0,-43 57 0,3-15 0,-1-1 0,-1 0 0,0-1 0,-38 21 0,-7 4 0,-64 42 0,143-88 0,0 1 0,0 1 0,1 1 0,22-4 0,-11 2 0,33-13 0,-28 9 0,-27 10 0,1-1 0,-1-1 0,1 0 0,-1 0 0,0 0 0,0-1 0,0 1 0,-1-2 0,11-7 0,-17 12 0,1-1 0,-1 1 0,0 0 0,0 0 0,1-1 0,-1 1 0,0 0 0,1 0 0,-1-1 0,0 1 0,0 0 0,0-1 0,1 1 0,-1 0 0,0-1 0,0 1 0,0 0 0,0-1 0,0 1 0,0 0 0,1-1 0,-1 1 0,0 0 0,0-1 0,0 1 0,0-1 0,0 1 0,0 0 0,-1-1 0,1 1 0,-10 0 0,-17 8 0,-20 18 0,38-20 0,-1 0 0,0-1 0,0 0 0,-21 7 0,16-8 0,0 2 0,-25 13 0,-5 1 0,-39 13 0,154-31 0,-9 7 0,-43-5 0,34 2 0,197-6 0,-335 1 0,-99-3 0,184 2 0,-1 0 0,1 0 0,0 0 0,0 0 0,-1 0 0,1 0 0,0-1 0,0 1 0,0 0 0,0-1 0,-1 1 0,1-1 0,0 1 0,0-1 0,0 1 0,0-1 0,0 0 0,0 0 0,0 1 0,1-1 0,-1 0 0,0 0 0,-1-1 0,2 1 0,0 0 0,0 0 0,0 0 0,0 0 0,0 0 0,0-1 0,1 1 0,-1 0 0,0 0 0,0 0 0,1 0 0,-1 0 0,1 0 0,-1 0 0,1 0 0,-1 0 0,1 1 0,-1-1 0,3-2 0,2-3 0,1 0 0,0 0 0,0 1 0,1 0 0,9-6 0,-11 7 0,0 0 0,0 0 0,-1-1 0,0 0 0,0 1 0,0-1 0,0-1 0,-1 1 0,0 0 0,0-1 0,3-7 0,-2 4 0,1 1 0,0-1 0,9-11 0,-14 18 0,1 1 0,0 0 0,0 0 0,0 0 0,0 0 0,0 0 0,0 0 0,0 0 0,0 0 0,0 0 0,0 0 0,1 1 0,-1-1 0,0 0 0,0 1 0,1-1 0,-1 1 0,0-1 0,1 1 0,-1 0 0,1 0 0,-1 0 0,0-1 0,1 1 0,-1 0 0,1 1 0,-1-1 0,1 0 0,-1 0 0,0 1 0,1-1 0,-1 1 0,0-1 0,1 1 0,-1-1 0,0 1 0,0 0 0,1 0 0,-1-1 0,0 1 0,0 0 0,0 0 0,0 0 0,0 0 0,1 2 0,1 1 0,0 1 0,0 0 0,0 0 0,-1-1 0,0 2 0,0-1 0,0 0 0,0 0 0,-1 0 0,2 10 0,0 10 0,14 49 0,0-2 0,-16-69 0,-1-1 0,1 0 0,-1 0 0,1 0 0,-1 1 0,0-1 0,0 0 0,0 0 0,-1 1 0,1-1 0,0 0 0,-1 0 0,1 0 0,-1 0 0,0 1 0,-1 2 0,1-5 0,1 0 0,0 0 0,0 0 0,-1 0 0,1 0 0,0 0 0,0 0 0,-1 0 0,1 0 0,0 0 0,-1 0 0,1 0 0,0-1 0,0 1 0,-1 0 0,1 0 0,0 0 0,0 0 0,0 0 0,-1 0 0,1-1 0,0 1 0,0 0 0,0 0 0,-1 0 0,1-1 0,0 1 0,0 0 0,0 0 0,0-1 0,0 1 0,-1 0 0,1 0 0,0-1 0,0 1 0,0 0 0,0 0 0,0-1 0,0 1 0,0 0 0,0 0 0,0-1 0,0 1 0,0-1 0,-3-13 0,-1-28 0,4-81 0,1 56 0,0 54 0,0-1 0,1 1 0,4-15 0,-3 18 0,-1 1 0,0-1 0,0 0 0,-1 0 0,-1 1 0,0-1 0,-2-18 0,-1 13 0,1 12 0,1-1 0,0 1 0,0-1 0,1 1 0,-1-1 0,1 0 0,-1 1 0,1-1 0,1 1 0,-1-1 0,0 0 0,2-4 0,-2 8 0,0 0 0,1 0 0,-1 0 0,0 0 0,0-1 0,0 1 0,1 0 0,-1 0 0,0 0 0,0 0 0,1 0 0,-1 0 0,0 0 0,0 0 0,1 0 0,-1 1 0,0-1 0,0 0 0,1 0 0,-1 0 0,0 0 0,0 0 0,1 0 0,-1 0 0,0 1 0,0-1 0,0 0 0,1 0 0,-1 0 0,0 0 0,0 1 0,0-1 0,0 0 0,0 0 0,1 0 0,-1 1 0,0-1 0,0 0 0,0 1 0,7 8 0,7 17 0,1-1 0,-2 1 0,15 42 0,-24-49 0,-1 1 0,-1-1 0,0 1 0,-2 0 0,-2 30 0,0-8 0,2-181 0,0 369 0,0-229 0,1-1 0,-1 1 0,0 0 0,0 0 0,0 0 0,0 0 0,0-1 0,0 1 0,0 0 0,0 0 0,-1 0 0,1 0 0,0-1 0,0 1 0,-1 0 0,1 0 0,0 0 0,-1-1 0,1 1 0,-1 0 0,1-1 0,-1 1 0,1 0 0,-1-1 0,0 2 0,0-3 0,0 1 0,0 0 0,0 0 0,0 0 0,1-1 0,-1 1 0,0-1 0,0 1 0,0 0 0,1-1 0,-1 1 0,0-1 0,1 0 0,-1 1 0,0-1 0,1 0 0,-1 1 0,0-2 0,-26-40 0,17 20 0,2 7 0,0 0 0,1-1 0,1 0 0,1-1 0,-7-30 0,16 50 103,13 13 98,-16-16-263,0 1 0,-1 0 0,1-1 0,-1 1 1,1 0-1,-1 0 0,1 0 0,-1-1 0,0 1 1,1 0-1,-1 0 0,0 0 0,0 0 0,0 0 1,1 0-1,-1 0 0,0 0 0,0 0 0,0-1 1,-1 1-1,1 0 0,0 0 0,0 0 0,0 0 1,-1 0-1,0 1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59:17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353 333 24575,'-1'-1'0,"0"1"0,0 0 0,0-1 0,1 1 0,-1-1 0,0 1 0,0-1 0,0 0 0,1 1 0,-1-1 0,0 0 0,1 1 0,-1-1 0,0 0 0,1 0 0,-1 0 0,1 1 0,-1-1 0,1 0 0,0 0 0,-1 0 0,1 0 0,0 0 0,0 0 0,0 0 0,-1 0 0,1-1 0,-3-32 0,3 30 0,-4-59 0,8-84 0,-4 143 0,1 0 0,0 0 0,0 0 0,1 0 0,-1 0 0,1 0 0,0 0 0,0 0 0,0 1 0,6-7 0,-8 9 0,1 0 0,0 0 0,0 0 0,-1 0 0,1 0 0,0 1 0,0-1 0,0 0 0,0 0 0,0 1 0,0-1 0,0 1 0,0-1 0,1 1 0,-1-1 0,0 1 0,0 0 0,0-1 0,0 1 0,1 0 0,-1 0 0,0 0 0,0 0 0,0 0 0,1 0 0,-1 0 0,0 1 0,0-1 0,0 0 0,1 1 0,-1-1 0,0 1 0,0-1 0,0 1 0,0-1 0,0 1 0,0 0 0,0-1 0,0 1 0,0 0 0,1 2 0,0-1 0,0 1 0,0 0 0,0 0 0,0 1 0,-1-1 0,0 0 0,1 0 0,-1 1 0,0-1 0,0 1 0,-1-1 0,1 1 0,-1 4 0,-1 54 0,0-40 0,1-15 0,0 2 0,-1-1 0,1 1 0,-1-1 0,-3 9 0,4-16 0,0 0 0,0 0 0,0 0 0,-1 1 0,1-1 0,-1 0 0,1 0 0,-1 0 0,1 0 0,-1 0 0,1 0 0,-1 0 0,0 0 0,0-1 0,1 1 0,-1 0 0,0 0 0,0 0 0,0-1 0,0 1 0,0-1 0,0 1 0,0-1 0,0 1 0,0-1 0,0 1 0,0-1 0,-1 0 0,1 0 0,0 1 0,0-1 0,0 0 0,0 0 0,0 0 0,-1 0 0,1 0 0,-2-1 0,2 0 0,0 1 0,-1-1 0,1 0 0,-1 0 0,1 0 0,0 0 0,0 0 0,0 0 0,-1 0 0,1 0 0,0 0 0,0-1 0,0 1 0,1 0 0,-1-1 0,0 1 0,0 0 0,0-3 0,-10-31 0,8 25 0,2 9 0,-6-29 0,7 28 0,0 1 0,0-1 0,0 1 0,0-1 0,0 1 0,0 0 0,0-1 0,0 1 0,0-1 0,1 1 0,-1-1 0,0 1 0,1-1 0,0 1 0,-1 0 0,1-1 0,1-1 0,-1 3 0,-1-1 0,1 1 0,0 0 0,0 0 0,0-1 0,-1 1 0,1 0 0,0 0 0,0 0 0,0 0 0,0 0 0,0 0 0,-1 0 0,1 0 0,0 0 0,0 0 0,0 0 0,0 1 0,-1-1 0,1 0 0,0 1 0,0-1 0,0 1 0,-1-1 0,1 0 0,0 1 0,-1 0 0,1-1 0,0 1 0,-1-1 0,1 1 0,0 1 0,20 21 0,-16-15 0,-1 0 0,0 0 0,0 0 0,-1 1 0,0-1 0,3 17 0,10 29 0,14 13 0,-30-66 0,0 0 0,1-1 0,-1 1 0,0 0 0,0 0 0,0 0 0,0 0 0,0 0 0,0 0 0,0 0 0,0 0 0,0 0 0,0 0 0,0 0 0,0 0 0,-1 0 0,1 0 0,-1-1 0,1 1 0,0 0 0,-1 0 0,1 0 0,-1 0 0,0-1 0,1 1 0,-1 0 0,1-1 0,-1 1 0,0 0 0,0-1 0,1 1 0,-1-1 0,0 1 0,0-1 0,0 1 0,0-1 0,0 0 0,0 0 0,1 1 0,-1-1 0,0 0 0,0 0 0,0 0 0,-2 0 0,-7 1 0,0 0 0,0 0 0,-14-2 0,15 0 0,-369-1 0,405 4 0,0 1 0,0 1 0,44 13 0,-12-3 0,-41-9 0,28 11 0,13 4 0,1-2 282,-43-12-612,0-1 1,0-1 0,0 0-1,19 1 1,-19-4-6497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59:21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1 24281,'-165'517'0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59:30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95 241 24575,'3'0'0,"0"1"0,1-1 0,-1 1 0,0-1 0,0 1 0,0 0 0,0 0 0,0 1 0,0-1 0,0 1 0,0-1 0,0 1 0,-1 0 0,1 0 0,-1 0 0,1 0 0,-1 0 0,0 1 0,4 4 0,2 5 0,-1 0 0,0 1 0,7 18 0,11 17 0,-8-17 0,-16-30 0,0 0 0,-1 0 0,1 1 0,-1-1 0,0 0 0,1 0 0,-1 1 0,0-1 0,0 0 0,0 0 0,0 1 0,0-1 0,0 0 0,0 1 0,0-1 0,0 0 0,0 0 0,-1 1 0,1-1 0,-1 0 0,1 0 0,-1 0 0,1 1 0,-2 0 0,1-2 0,1 1 0,-1-1 0,0 0 0,0 1 0,1-1 0,-1 0 0,0 0 0,0 0 0,0 1 0,1-1 0,-1 0 0,0 0 0,0 0 0,0 0 0,1-1 0,-1 1 0,0 0 0,0 0 0,1 0 0,-1-1 0,0 1 0,0 0 0,1-1 0,-1 1 0,0-1 0,1 1 0,-1 0 0,0-1 0,1 0 0,-1 1 0,1-1 0,-1 1 0,0-2 0,-18-21 0,12 13 0,0-1 0,1 1 0,1-1 0,0 0 0,0 0 0,1-1 0,0 1 0,1-1 0,0 0 0,1 0 0,1 0 0,-1-15 0,1 12 0,0 0 0,-2-1 0,0 1 0,-8-26 0,10 40 0,1 1 0,0-1 0,-1 1 0,1-1 0,0 0 0,0 1 0,-1-1 0,1 0 0,0 1 0,0-1 0,0 0 0,0 0 0,0 1 0,0-1 0,0 0 0,0 1 0,0-1 0,0 0 0,0 1 0,0-1 0,1 0 0,-1 0 0,12 7 0,14 23 0,-26-29 0,14 20 0,-1 0 0,-1 1 0,16 37 0,-19-38 0,-6-11 0,1 1 0,-2-1 0,1 1 0,-1-1 0,-1 1 0,1 18 0,-2-2 0,-4 35 0,4-59 0,0-1 0,0 1 0,-1 0 0,1 0 0,-1 0 0,1 0 0,-1 0 0,0 0 0,0-1 0,1 1 0,-1 0 0,-1-1 0,1 1 0,0 0 0,-2 1 0,2-2 0,-1 0 0,1 0 0,0-1 0,0 1 0,0 0 0,0-1 0,-1 0 0,1 1 0,0-1 0,-1 0 0,1 1 0,0-1 0,-1 0 0,1 0 0,0 0 0,-1 0 0,-1-1 0,-1 1 0,1-1 0,0 0 0,0 0 0,0-1 0,0 1 0,0-1 0,1 1 0,-1-1 0,0 0 0,1 0 0,-1 0 0,1 0 0,0-1 0,0 1 0,0-1 0,0 1 0,-3-5 0,2-1 0,-1 1 0,1-1 0,1 0 0,-1-1 0,2 1 0,-1 0 0,1-1 0,-1-9 0,4-75 0,1 40 0,-3 50 0,0 0 0,0 0 0,0 0 0,0 0 0,1 0 0,0 0 0,-1 1 0,1-1 0,0 0 0,0 0 0,1 0 0,-1 1 0,0-1 0,1 1 0,0-1 0,3-3 0,0 2 0,-1 1 0,1-1 0,0 1 0,0 0 0,1 1 0,-1-1 0,9-2 0,-8 2 0,0 0 0,0-1 0,-1 1 0,0-1 0,1 0 0,-1-1 0,-1 1 0,1-1 0,-1 0 0,5-7 0,-5 7 0,0-1 0,1 1 0,0 0 0,-1 0 0,2 1 0,-1-1 0,0 1 0,1 1 0,12-7 0,-4 3 0,1-1 0,-1 0 0,26-20 0,-10 7 0,-23 15 0,-10 5 0,-15 10 0,-12 16 0,-48 53 0,36-35 0,15-25 0,23-16 0,1 0 0,-1 0 0,1 0 0,-1 1 0,1 0 0,-4 4 0,7-7 0,0 0 0,0 0 0,-1 0 0,1 0 0,0 0 0,0 0 0,0 0 0,0 0 0,0 0 0,0 0 0,0 0 0,0 0 0,0 0 0,0 1 0,0-1 0,0 0 0,0 0 0,0 0 0,0 0 0,0 0 0,0 0 0,0 0 0,0 0 0,0 1 0,0-1 0,0 0 0,0 0 0,0 0 0,0 0 0,0 0 0,0 0 0,0 0 0,0 0 0,0 0 0,0 1 0,0-1 0,0 0 0,0 0 0,0 0 0,0 0 0,0 0 0,0 0 0,0 0 0,0 0 0,0 0 0,0 0 0,0 0 0,1 1 0,-1-1 0,0 0 0,0 0 0,0 0 0,0 0 0,0 0 0,0 0 0,0 0 0,9 0 0,9-5 0,-4-2 0,-1 0 0,0-1 0,-1-1 0,0 0 0,0 0 0,11-12 0,-23 21 0,0-1 0,1 1 0,-1 0 0,1 0 0,-1-1 0,0 1 0,0 0 0,1 0 0,-1-1 0,0 1 0,1 0 0,-1-1 0,0 1 0,0 0 0,0-1 0,1 1 0,-1-1 0,0 1 0,0 0 0,0-1 0,0 1 0,0-1 0,0 1 0,0 0 0,0-1 0,0 1 0,0-1 0,0 1 0,0-1 0,0 1 0,0 0 0,0-1 0,0 1 0,0-1 0,-16 3 0,-21 14 0,37-16 0,-29 15 0,20-9 0,-1-1 0,0 0 0,0-1 0,0 0 0,-1-1 0,1 0 0,-1 0 0,-20 1 0,12-3 0,13-1 0,0 0 0,0 0 0,0 0 0,0 1 0,0 0 0,0 1 0,-8 2 0,10 0 0,12-1 0,12-3 0,-8-4 0,-1 0 0,0-1 0,0 0 0,0-1 0,0-1 0,-1 1 0,0-2 0,-1 1 0,1-1 0,15-19 0,-20 23 0,0 0 0,1 0 0,-1 0 0,1 0 0,0 1 0,0 0 0,0 0 0,11-2 0,-9 2 0,1-1 0,-1 0 0,10-5 0,-17 8 0,-1 1 0,0 0 0,1 0 0,-1 0 0,1-1 0,-1 1 0,1 0 0,-1-1 0,0 1 0,1 0 0,-1-1 0,0 1 0,1 0 0,-1-1 0,0 1 0,0-1 0,1 1 0,-1 0 0,0-1 0,0 1 0,0-1 0,1 1 0,-1-2 0,-9-1 0,-17 4 0,9 3 0,-9 2 0,0 2 0,-37 14 0,39-11 0,15-8 0,0 1 0,0 0 0,0 1 0,0 0 0,1 0 0,0 1 0,-12 11 0,19-16 0,-4 3 0,1 1 0,-1 0 0,1 0 0,0 0 0,-5 9 0,8-12 0,0 0 0,1 0 0,-1 1 0,0-1 0,1 0 0,0 0 0,-1 1 0,1-1 0,0 0 0,0 1 0,1-1 0,-1 0 0,0 0 0,1 1 0,-1-1 0,1 0 0,0 0 0,0 0 0,1 3 0,4 6 0,0 1 0,15 18 0,-14-22 0,-1 1 0,0 1 0,0-1 0,7 20 0,-8-18 0,1-1 0,0 1 0,0-1 0,1 0 0,0-1 0,0 0 0,1 0 0,0 0 0,19 14 0,-19-16 0,-8-7 0,0 0 0,0 0 0,0 0 0,0 0 0,0 0 0,0 0 0,1 0 0,-1 0 0,0 0 0,0 0 0,0 1 0,0-1 0,0 0 0,0 0 0,0 0 0,0 0 0,0 0 0,0 0 0,0 0 0,0 0 0,0 0 0,0 1 0,0-1 0,0 0 0,0 0 0,0 0 0,0 0 0,0 0 0,0 0 0,0 0 0,0 0 0,0 1 0,0-1 0,0 0 0,0 0 0,0 0 0,0 0 0,0 0 0,0 0 0,0 0 0,0 0 0,0 0 0,0 1 0,0-1 0,0 0 0,0 0 0,-1 0 0,1 0 0,0 0 0,0 0 0,0 0 0,0 0 0,0 0 0,0 0 0,0 0 0,-1 0 0,-8 2 0,-12-2 0,17-1 0,0 1 0,0-1 0,0 0 0,0 0 0,0-1 0,1 1 0,-1-1 0,0 0 0,1 0 0,-1 0 0,1 0 0,0-1 0,0 1 0,0-1 0,-5-6 0,1 0 0,1 0 0,1 0 0,0-1 0,-6-14 0,6 12 0,-1 0 0,-13-21 0,11 21 0,1-1 0,0 0 0,-9-27 0,2 6 0,14 32 0,-1 0 0,0 1 0,1-1 0,-1 0 0,1 1 0,-1-1 0,1 0 0,0 0 0,0 1 0,0-1 0,0 0 0,0 0 0,0 0 0,1-2 0,-1 4 0,0-1 0,0 1 0,0 0 0,0-1 0,1 1 0,-1 0 0,0 0 0,0-1 0,0 1 0,1 0 0,-1 0 0,0 0 0,0-1 0,1 1 0,-1 0 0,0 0 0,1 0 0,-1 0 0,0 0 0,0-1 0,1 1 0,-1 0 0,0 0 0,1 0 0,-1 0 0,0 0 0,1 0 0,0 0 0,14 9 0,-10-5 0,0 1 0,-1 0 0,0 1 0,0-1 0,0 1 0,-1 0 0,0 0 0,0 0 0,0 0 0,2 12 0,-1-8 0,-1-1 0,1 1 0,9 14 0,-7-14 0,-1 1 0,-1 0 0,1-1 0,-2 2 0,0-1 0,0 0 0,1 17 0,10 31 0,43 109 0,-53-154 0,1 2 0,0 1 0,-2-1 0,4 32 0,-7-60 0,0-175 0,10 131 0,-7 41 0,0 0 0,2-23 0,-3 15 0,8-39 0,-3 23 0,13-37 0,-21 98 0,2-14 0,-1 0 0,0-1 0,-2 16 0,-5 9 0,-3 62 0,8-67 0,-7 29 0,5-39 0,1 0 0,0 18 0,2 5-1365,2-22-5461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3:59:46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186 601 24575,'21'0'0,"-1"-2"0,1 0 0,27-6 0,57-14 0,-55 12 0,-21 4 0,42-14 0,-58 16 0,0 1 0,0 1 0,0 0 0,0 1 0,1 0 0,17 2 0,-16-1 0,0 0 0,0-1 0,0 0 0,21-6 0,-12 1 0,4-2 0,46-18 0,-33 11 0,-32 12 0,1 0 0,-1-1 0,1 0 0,-1-1 0,16-10 0,-17 10 0,-1 1 0,1 0 0,0 0 0,1 1 0,-1 0 0,1 1 0,-1-1 0,1 2 0,0-1 0,12 0 0,-12 2 0,1-1 0,-1-1 0,0 1 0,1-2 0,-1 1 0,0-1 0,0-1 0,-1 0 0,13-7 0,-19 10 0,0 0 0,0 0 0,-1 0 0,1-1 0,-1 1 0,1-1 0,-1 1 0,1-1 0,-1 0 0,0 0 0,0 1 0,0-1 0,0 0 0,1-4 0,-1 6 0,-1-1 0,0 1 0,0-1 0,0 1 0,0-1 0,-1 1 0,1-1 0,0 1 0,0-1 0,0 1 0,0-1 0,0 1 0,-1 0 0,1-1 0,0 1 0,0-1 0,-1 1 0,1-1 0,0 1 0,-1 0 0,1-1 0,-1 1 0,1-1 0,-20-6 0,-16 4 0,-1 1 0,-47 4 0,10 1 0,0-5 0,-79 4 0,89 8 0,42-6 0,-37 3 0,4-8 0,38 0 0,-1 1 0,1 0 0,0 2 0,-1-1 0,-18 6 0,32-6 0,-10 3 0,0 0 0,1 1 0,-17 8 0,26-10 0,0-1 0,-1 1 0,1 1 0,0-1 0,0 0 0,1 1 0,-1 0 0,1 0 0,0 0 0,0 0 0,0 1 0,-3 6 0,1-2 0,-1 0 0,-11 14 0,12-17 0,0-1 0,1 1 0,0 0 0,0 0 0,1 0 0,0 1 0,-4 11 0,5-8 0,1-8 0,1 0 0,0 1 0,-1-1 0,1 0 0,-1 0 0,0 1 0,0-1 0,0 0 0,0 0 0,0 0 0,0 0 0,-2 2 0,3-4 0,0 0 0,0 1 0,0-1 0,0 0 0,-1 0 0,1 0 0,0 0 0,0 0 0,0 0 0,0 0 0,0 0 0,0 0 0,0 0 0,0 0 0,0 0 0,-1 0 0,1 1 0,0-1 0,0 0 0,0 0 0,0 0 0,0 0 0,0 0 0,0 0 0,-1 0 0,1 0 0,0 0 0,0 0 0,0 0 0,0 0 0,0 0 0,0-1 0,0 1 0,-1 0 0,1 0 0,0 0 0,0 0 0,0 0 0,0 0 0,0 0 0,0 0 0,0 0 0,0 0 0,0 0 0,-1 0 0,1 0 0,0-1 0,0 1 0,0 0 0,0 0 0,0 0 0,0 0 0,0 0 0,0 0 0,-1-11 0,4-9 0,6-5 0,1-1 0,1 1 0,25-41 0,-27 49 0,-2 6 0,0 0 0,0 0 0,1 0 0,0 1 0,1 1 0,0-1 0,11-7 0,-14 11 0,0 0 0,0 0 0,-1 0 0,7-11 0,-8 11 0,0 0 0,0 0 0,1 1 0,0 0 0,0 0 0,11-8 0,-14 11 0,1 0 0,0 0 0,-1 1 0,1-1 0,0 1 0,0 0 0,0-1 0,0 2 0,6-2 0,-9 2 0,1 0 0,0 0 0,-1 0 0,1 0 0,-1 0 0,1 0 0,0 0 0,-1 1 0,1-1 0,0 0 0,-1 0 0,1 1 0,-1-1 0,1 0 0,-1 1 0,1-1 0,-1 1 0,1-1 0,0 2 0,0-1 0,0 1 0,0-1 0,0 1 0,-1 0 0,1 0 0,0-1 0,-1 1 0,1 0 0,-1 3 0,2 12 0,-1 0 0,-1 0 0,-1-1 0,0 1 0,-2 0 0,1-1 0,-2 1 0,0-1 0,-11 25 0,-25 80 0,20-43 0,20-77 0,0-1 0,0 1 0,0-1 0,-1 0 0,1 1 0,0-1 0,0 1 0,0-1 0,0 0 0,0 1 0,-1-1 0,1 0 0,0 1 0,0-1 0,0 0 0,-1 1 0,1-1 0,0 0 0,-1 1 0,1-1 0,0 0 0,-1 0 0,1 0 0,0 1 0,-1-1 0,1 0 0,0 0 0,-1 0 0,0 1 0,-4-12 0,2-19 0,4-205 0,2 215 0,2 0 0,0 1 0,1-1 0,1 1 0,14-26 0,-4 6 0,-6 20 0,-7 21 0,-1 12 0,-3 6 0,-1 0 0,-1 0 0,0 0 0,-1 0 0,-2 0 0,0-1 0,0 1 0,-2-1 0,-12 23 0,-1 20 0,-1 2 0,4-22 0,8-19 0,-16 30 0,4-8 0,18-43 0,2-10 0,3-10 0,1 8 0,0 1 0,1-1 0,0 1 0,0 0 0,1 0 0,0 1 0,0 0 0,1 0 0,9-10 0,-6 8 0,-2 0 0,1 0 0,9-19 0,-13 21 0,1 0 0,0 0 0,0 0 0,1 0 0,0 1 0,1 0 0,11-11 0,10-8 0,-26 28 0,-5 8 0,-5 10 0,-18 22 0,-1-1 0,-2-2 0,-2 0 0,-44 40 0,4-7 0,70-72 0,1 1 0,0-1 0,0 0 0,0 1 0,-1-1 0,1 0 0,0 1 0,0-1 0,-1 0 0,1 0 0,0 1 0,-1-1 0,1 0 0,0 0 0,-1 0 0,1 0 0,0 1 0,-1-1 0,1 0 0,0 0 0,-1 0 0,1 0 0,0 0 0,-1 0 0,1 0 0,-1 0 0,1 0 0,0 0 0,-1 0 0,1 0 0,0 0 0,-1 0 0,1 0 0,0 0 0,-1-1 0,0 1 0,-3-15 0,7-22 0,3 19 0,2 0 0,0 0 0,0 1 0,18-25 0,0 0 0,-10 16 0,26-32 0,2-2 0,-32 35 0,-10 21 0,0 0 0,-1 0 0,1 0 0,1 0 0,-1 1 0,1-1 0,4-5 0,-7 9 0,0 0 0,0 0 0,0 0 0,0 0 0,0 0 0,0 0 0,0 0 0,0 0 0,0 0 0,1-1 0,-1 1 0,0 0 0,0 0 0,0 0 0,0 0 0,0 0 0,0 0 0,0 0 0,0 0 0,0 0 0,0 0 0,1 0 0,-1 0 0,0 0 0,0 0 0,0 0 0,0 0 0,0 0 0,0 0 0,0 0 0,0 0 0,0 0 0,1 0 0,-1 0 0,0 0 0,0 0 0,0 0 0,0 0 0,0 0 0,0 0 0,0 0 0,0 0 0,0 0 0,0 1 0,1-1 0,-1 0 0,0 0 0,0 0 0,0 0 0,0 0 0,0 0 0,0 0 0,0 0 0,0 0 0,0 0 0,0 0 0,0 1 0,0-1 0,0 9 0,-4 10 0,-1-6 0,-1 1 0,0-1 0,-1 0 0,-1 0 0,0-1 0,-14 17 0,4-7 0,-2-1 0,-30 25 0,-29 16 0,41-34 0,-65 63 0,102-90 0,0 0 0,0 1 0,0-1 0,0 0 0,-1 0 0,1 0 0,0 0 0,-1 0 0,1 0 0,-1 0 0,1 0 0,-1 0 0,1-1 0,-1 1 0,0-1 0,1 1 0,-1-1 0,0 0 0,0 1 0,1-1 0,-1 0 0,0 0 0,1 0 0,-1-1 0,-2 1 0,3-1 0,0 0 0,-1 0 0,1 0 0,0 0 0,0 0 0,0 0 0,0-1 0,0 1 0,1 0 0,-1 0 0,0-1 0,0 1 0,1 0 0,-1-1 0,1 1 0,-1-1 0,1 1 0,0-1 0,0 1 0,-1-1 0,1 1 0,0-1 0,0 1 0,0-1 0,1 1 0,-1-1 0,0 1 0,1-1 0,0-1 0,1-7 0,1 1 0,1-1 0,0 1 0,0 0 0,6-9 0,3-6 0,-7 11 0,0 1 0,0 1 0,1-1 0,0 1 0,1 0 0,0 1 0,17-17 0,12-14 0,-30 32 0,0 1 0,0 0 0,1 0 0,0 1 0,11-9 0,3 1 0,-15 9 0,1 0 0,0 1 0,0 0 0,12-5 0,-20 10 0,1 0 0,-1 0 0,1 0 0,-1 0 0,0 0 0,1 0 0,-1 0 0,1 0 0,-1 0 0,0 1 0,1-1 0,-1 0 0,1 0 0,-1 0 0,0 0 0,1 1 0,-1-1 0,0 0 0,1 0 0,-1 1 0,0-1 0,1 0 0,-1 1 0,0-1 0,0 0 0,1 1 0,-1-1 0,0 0 0,0 1 0,0-1 0,0 1 0,1-1 0,-1 0 0,0 1 0,0-1 0,0 1 0,0-1 0,0 0 0,0 1 0,0-1 0,0 1 0,0-1 0,0 1 0,0-1 0,-1 0 0,1 1 0,-3 21 0,0-11 0,-1-1 0,0 0 0,-1 0 0,0 0 0,0-1 0,-1 0 0,-1 0 0,1 0 0,-2-1 0,-13 13 0,12-11 0,1-1 0,-13 20 0,15-21 0,1 0 0,-1-1 0,0 0 0,0 0 0,-1 0 0,-13 10 0,11-11 0,1 1 0,0 0 0,0 0 0,1 1 0,0 0 0,0 0 0,1 1 0,0 0 0,0 0 0,-6 15 0,14-29 0,1 1 0,-1 0 0,1 0 0,0 0 0,0 0 0,0 1 0,1-1 0,-1 1 0,1 0 0,6-4 0,50-31 0,-35 23 0,19-9 0,15-9 0,-44 22 0,-7 5 0,1 0 0,-1 1 0,1 0 0,11-5 0,4-2 0,-1 0 0,-1-2 0,0-1 0,-1-1 0,24-22 0,35-26 0,-19 24 0,-34 23 0,28-22 0,-89 66 0,-53 46 0,67-52 0,-21 30 0,-1 1 0,11-25 0,25-23 0,1 1 0,-1 0 0,1 0 0,0 0 0,0 0 0,-4 7 0,0 2 0,5-9 0,0 1 0,1 0 0,-1 0 0,1 0 0,1 0 0,-3 8 0,5-14 0,0 0 0,0 0 0,0 0 0,0 0 0,0 0 0,0 0 0,0 1 0,0-1 0,0 0 0,0 0 0,0 0 0,0 0 0,0 0 0,0 0 0,0 0 0,0 1 0,0-1 0,0 0 0,1 0 0,-1 0 0,0 0 0,0 0 0,0 0 0,0 0 0,0 0 0,0 0 0,0 0 0,1 0 0,-1 0 0,0 1 0,0-1 0,0 0 0,0 0 0,0 0 0,0 0 0,1 0 0,-1 0 0,0 0 0,0 0 0,0 0 0,0 0 0,0 0 0,0-1 0,1 1 0,-1 0 0,0 0 0,0 0 0,0 0 0,0 0 0,0 0 0,0 0 0,0 0 0,1 0 0,-1 0 0,0 0 0,0-1 0,14-5 0,14-11 0,-4 1 0,1 1 0,52-21 0,-54 25 0,-1-1 0,35-25 0,8-4 0,-49 31 0,-28 16 0,-17 12 0,-53 25 0,70-38 0,-1 0 0,0 0 0,-1-2 0,1 1 0,-1-2 0,1 0 0,-16 0 0,7 0 0,0 1 0,0 0 0,1 1 0,-1 2 0,-22 8 0,33-11 0,11-5 0,19-6 0,156-52 0,-156 56 0,31-4 0,4-1 0,70-11 0,-105 17 0,0 0 0,29 1 0,-76 4 0,-44 9 0,-109 19 0,129-21 0,35-5 0,-1-1 0,-19 0 0,23-3 0,9 0 0,0 0 0,-1-1 0,1 2 0,0-1 0,0 1 0,0 0 0,0 0 0,0 0 0,0 0 0,0 1 0,-7 4 0,12-6 0,0 0 0,0 0 0,0 0 0,0 0 0,0 0 0,0 0 0,0 0 0,0 0 0,0 0 0,0 0 0,0 0 0,0 0 0,0 0 0,0 0 0,0 0 0,1 0 0,-1 0 0,0 0 0,0 0 0,0 0 0,0 0 0,0 0 0,0 0 0,0 0 0,0 0 0,0 1 0,0-1 0,0 0 0,0 0 0,0 0 0,0 0 0,0 0 0,0 0 0,0 0 0,0 0 0,0 0 0,0 0 0,0 0 0,0 0 0,0 0 0,0 0 0,0 1 0,0-1 0,0 0 0,0 0 0,0 0 0,0 0 0,0 0 0,0 0 0,0 0 0,0 0 0,0 0 0,0 0 0,0 0 0,0 0 0,0 0 0,0 0 0,-1 0 0,1 0 0,0 0 0,0 0 0,0 0 0,0 0 0,0 1 0,0-1 0,0 0 0,9 0 0,10-3 0,85-23 0,0 5 0,-84 18 0,1 0 0,0 1 0,30 2 0,-29 0 0,0 0 0,40-7 0,-19 1 0,0 1 0,1 3 0,43 2 0,-44 1 0,-63 4 0,-30 12 0,35-11 0,-69 16 0,67-18 0,-108 16 0,113-17 0,-2 0 0,1-1 0,0-1 0,0 0 0,0-1 0,-16-2 0,28 2 0,1 0 0,0 0 0,0 0 0,-1 0 0,1 0 0,0 0 0,-1 0 0,1 0 0,0 0 0,-1 0 0,1 0 0,0 0 0,-1-1 0,1 1 0,0 0 0,0 0 0,-1 0 0,1 0 0,0-1 0,0 1 0,-1 0 0,1 0 0,0 0 0,0-1 0,-1 1 0,1 0 0,0-1 0,0 1 0,0 0 0,0 0 0,0-1 0,-1 1 0,1 0 0,0-1 0,0 1 0,0 0 0,0-1 0,0 1 0,9-13 0,20-7 0,-29 20 0,16-10 0,1 2 0,-1-1 0,2 2 0,-1 1 0,1 0 0,0 1 0,0 0 0,0 2 0,1 0 0,-1 2 0,21-1 0,-22 1 0,-1 0 0,29-7 0,13-2 0,-95 15 0,-70 19 0,69-13 0,-1-3 0,-63 7 0,16-4 0,59-7 0,-46 3 0,-43-8 0,123 0 0,-1-1 0,0 0 0,0 0 0,0 0 0,0-1 0,0 1 0,-1-1 0,10-7 0,-7 4 0,1 1 0,-1 1 0,1-1 0,0 2 0,0-1 0,16-3 0,101-18 0,-48 8 0,-37 8 0,-24 5 0,0 1 0,32-3 0,-36 7 0,-32 3 0,-2 0 0,-84 22 0,74-21 0,1-2 0,-1-1 0,0-1 0,-36-3 0,-5 0 0,46 3 0,-49 9 0,-1 0 0,91-12 0,-1-2 0,1 0 0,15-6 0,35-11 0,37-1 0,-59 13 0,-29 5 0,-1 1 0,21-1 0,34-6 0,-49 6 0,38-3 0,-10 8 0,24-1 0,-64-1 0,1 1 0,-1-2 0,0 1 0,0-1 0,0 0 0,-1 0 0,10-5 0,-20 6 0,-1 0 0,1 0 0,0 0 0,0 1 0,-9-1 0,-7 1 0,0 1 0,0 1 0,-37 8 0,-24 4 0,26-6 0,-13 0 0,42-6 0,-34 8 0,-7-1 0,50-8 0,0 2 0,-25 5 0,29-6 0,23-11 0,25-9 0,-23 12 0,1 0 0,1 1 0,-1 1 0,1 1 0,20-4 0,58-15 0,-19 4 0,82-22 0,-155 40 0,0 0 0,0 0 0,0 0 0,0 0 0,0 0 0,0 0 0,0 0 0,0 0 0,0 0 0,0 0 0,0 0 0,0 0 0,0 0 0,0 0 0,0 1 0,0-1 0,0 0 0,0 0 0,0 0 0,0 0 0,0 0 0,0 0 0,0 0 0,0 0 0,0 0 0,0 0 0,0 0 0,0 0 0,0 0 0,0 0 0,0 0 0,0 1 0,0-1 0,0 0 0,0 0 0,0 0 0,0 0 0,0 0 0,0 0 0,0 0 0,0 0 0,-11 8 0,-17 7 0,12-8 0,0-1 0,0 0 0,0-2 0,-1 1 0,0-2 0,0 0 0,-26 0 0,29-2 0,-1 1 0,-22 5 0,-22 2 0,12-3 0,47-6 0,0 0 0,-1 0 0,1 0 0,0 0 0,0 0 0,0 0 0,0 0 0,0 0 0,0 0 0,0 0 0,-1 0 0,1 0 0,0 0 0,0 0 0,0 0 0,0 0 0,0 0 0,0 0 0,-1 0 0,1 0 0,0 0 0,0 0 0,0 0 0,0 0 0,0-1 0,0 1 0,0 0 0,0 0 0,-1 0 0,1 0 0,0 0 0,0 0 0,0 0 0,0 0 0,0-1 0,0 1 0,0 0 0,0 0 0,0 0 0,0 0 0,0 0 0,0 0 0,0 0 0,0-1 0,0 1 0,0 0 0,0 0 0,0 0 0,0 0 0,0 0 0,0 0 0,0-1 0,0 1 0,0 0 0,6-9 0,11-7 0,-15 15 0,91-58 0,-78 51 0,-1 0 0,2 2 0,-1 0 0,26-6 0,-22 7 0,-1-1 0,22-10 0,18-7 0,-45 22 0,-14 6 0,-1-3 0,0-1 0,0 1 0,0 0 0,0-1 0,0 0 0,-1 1 0,-3 1 0,-71 26 0,39-14 0,-41 11 0,27-10 0,29-8 0,-1-2 0,-40 7 0,61-13 0,-1 0 0,1 0 0,-1 0 0,1 0 0,0 0 0,-1-1 0,1 1 0,-6-3 0,8 3 0,1-1 0,-1 1 0,1 0 0,-1 0 0,1-1 0,-1 1 0,1 0 0,-1-1 0,1 1 0,-1-1 0,1 1 0,0-1 0,-1 1 0,1-1 0,0 1 0,-1-1 0,1 1 0,0-1 0,0 1 0,0-1 0,-1 1 0,1-1 0,0-1 0,0 1 0,0 0 0,1 0 0,-1 0 0,0 0 0,0-1 0,1 1 0,-1 0 0,1 0 0,-1 0 0,1 0 0,0 0 0,-1 0 0,1 0 0,1-1 0,4-5 0,0 0 0,1 0 0,0 1 0,0 0 0,1 1 0,-1 0 0,15-8 0,66-24 0,-62 27 0,38-19 0,-63 29 0,20-11 0,-20 10 0,0 1 0,0-1 0,0 1 0,0-1 0,0 1 0,0-1 0,0 1 0,0 0 0,0 0 0,0-1 0,0 1 0,0 0 0,0 0 0,0 0 0,1 0 0,0 1 0,-33 20 0,-5 0 0,29-16 0,-1-1 0,1 1 0,-1-1 0,0 0 0,0-1 0,-1 0 0,1 0 0,-10 1 0,-79 17 0,60-12 0,36-9 0,0 1 0,1-1 0,-1 0 0,0 0 0,0 1 0,0-1 0,0 0 0,0 0 0,1 0 0,-1 0 0,0 0 0,0 0 0,0 0 0,0 0 0,0-1 0,1 1 0,-1 0 0,0-1 0,0 1 0,0 0 0,1-1 0,-2 0 0,1 0 0,1 1 0,0-1 0,-1 0 0,1 1 0,0-1 0,0 0 0,0 0 0,0 1 0,0-1 0,0 0 0,0 1 0,0-1 0,0 0 0,0 0 0,0 1 0,0-1 0,1 0 0,-1 1 0,0-1 0,1-1 0,2-3 0,-1 0 0,1 0 0,1 0 0,-1 0 0,5-5 0,16-17 0,-17 17 0,1 1 0,0 1 0,0 0 0,18-14 0,-29 38 0,3-16 0,0 1 0,-1-1 0,1 1 0,0-1 0,0 1 0,0-1 0,0 1 0,-1-1 0,1 1 0,0-1 0,0 1 0,-1-1 0,1 0 0,0 1 0,-1-1 0,1 1 0,-1-1 0,1 0 0,-1 1 0,1-1 0,0 0 0,-1 0 0,1 1 0,-1-1 0,1 0 0,-1 0 0,1 0 0,-1 0 0,1 1 0,-1-1 0,1 0 0,-1 0 0,0 0 0,1 0 0,-1 0 0,1 0 0,-1-1 0,1 1 0,-1 0 0,1 0 0,0-1 0,0 1 0,-1-1 0,1 1 0,0-1 0,0 1 0,0-1 0,1 1 0,-1-1 0,0 1 0,0-1 0,0 1 0,0-1 0,0 1 0,0-1 0,1 1 0,-1 0 0,0-1 0,0 1 0,1-1 0,-1 1 0,0 0 0,1-1 0,-1 1 0,0 0 0,1-1 0,-1 1 0,1 0 0,-1-1 0,1 1 0,14-12 0,-6 6 0,1 1 0,0 0 0,1 0 0,-1 1 0,1 1 0,0 0 0,0 0 0,0 1 0,0 1 0,0 0 0,0 0 0,0 1 0,1 0 0,-1 1 0,17 3 0,5 4 0,0 2 0,-1 0 0,56 28 0,-1-7 0,-19-7 0,-57-21 0,1 1 0,-1-2 0,18 3 0,23 6 0,-52-11 0,0 0 0,1 0 0,-1 0 0,1 0 0,-1 0 0,1 0 0,-1 0 0,0 0 0,1 0 0,-1 1 0,0-1 0,1 0 0,-1 0 0,0 0 0,1 1 0,-1-1 0,0 0 0,1 1 0,-1-1 0,0 0 0,1 0 0,-1 1 0,0-1 0,0 1 0,0-1 0,1 0 0,-1 1 0,0-1 0,0 0 0,0 1 0,0-1 0,0 1 0,0-1 0,0 1 0,-11 10 0,-22 2 0,5-10 0,0 0 0,1-2 0,-31-3 0,10 1 0,33 0 0,1-1 0,0 0 0,0-1 0,0-1 0,1 0 0,-1-1 0,1 0 0,0-1 0,0-1 0,-19-13 0,17 9 0,8 5 0,-1 1 0,1 0 0,-2 0 0,1 0 0,-9-3 0,66 6 0,-16 3 0,-4-1 0,38 5 0,-58-4 0,0 1 0,-1 0 0,1 0 0,-1 1 0,0 0 0,0 0 0,0 1 0,14 9 0,-14-8 0,0 0 0,0-1 0,0 0 0,9 2 0,-10-4 0,-1 0 0,0 1 0,1 0 0,-1 0 0,0 1 0,-1-1 0,11 10 0,-9-7 0,0-1 0,0 0 0,1 0 0,-1 0 0,1-1 0,14 5 0,-11-4 0,-1 0 0,0 0 0,12 8 0,-15-8 0,0-1 0,1 0 0,0 0 0,0-1 0,0 0 0,15 3 0,27 11 0,-31-9 0,1-1 0,38 8 0,-44-11 0,3-2 0,-14-2 0,0 1 0,0-1 0,0 0 0,0 1 0,-1-1 0,1 1 0,0 0 0,0 0 0,-1 0 0,1 0 0,0 1 0,-1-1 0,3 3 0,-5-4 0,0 1 0,0-1 0,0 0 0,0 1 0,0-1 0,0 0 0,0 1 0,-1-1 0,1 0 0,0 1 0,0-1 0,0 0 0,-1 1 0,1-1 0,0 0 0,0 1 0,-1-1 0,1 0 0,0 0 0,-1 0 0,1 1 0,0-1 0,-1 0 0,1 0 0,0 0 0,-1 0 0,1 1 0,0-1 0,-1 0 0,1 0 0,0 0 0,-1 0 0,1 0 0,-1 0 0,1 0 0,0 0 0,-1 0 0,0 0 0,-18 2 0,-4 0 0,0-1 0,0-1 0,0-1 0,-1-1 0,1-1 0,0-1 0,1-1 0,-30-10 0,24 6 0,0 1 0,-1 2 0,1 1 0,-31-2 0,23 1 0,0-2 0,1-2 0,-66-27 0,82 30 0,4-2 0,15 9 0,0-1 0,0 1 0,0 0 0,0 0 0,0-1 0,1 1 0,-1 0 0,0 0 0,0-1 0,0 1 0,1 0 0,-1 0 0,0 0 0,0-1 0,1 1 0,-1 0 0,0 0 0,1 0 0,-1 0 0,0 0 0,0 0 0,1-1 0,-1 1 0,0 0 0,1 0 0,-1 0 0,0 0 0,1 0 0,-1 0 0,1 0 0,36-1 0,-32 1 0,436 2 0,-426-2 0,1 2 0,27 6 0,-26-4 0,-1-1 0,21 1 0,45-4-1365,-64 0-5461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604CBC-8019-40E8-AE5B-019588F6963F}" type="datetimeFigureOut">
              <a:rPr lang="en-SG" smtClean="0"/>
              <a:t>14/2/2025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94D40D-035D-4108-98CE-DAF3AFEA156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33803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</a:t>
            </a:r>
            <a:r>
              <a:rPr lang="en-US" b="1" dirty="0"/>
              <a:t>Automatic Scaling</a:t>
            </a:r>
            <a:r>
              <a:rPr lang="en-US" dirty="0"/>
              <a:t> ensures that new EC2 instances are launched when CPU usage increases, maintaining performance during high-demand periods. At the same time, </a:t>
            </a:r>
            <a:r>
              <a:rPr lang="en-US" b="1" dirty="0"/>
              <a:t>Cost Efficiency</a:t>
            </a:r>
            <a:r>
              <a:rPr lang="en-US" dirty="0"/>
              <a:t> is achieved by shutting down unused instances during off-peak hours, reducing operational costs.</a:t>
            </a:r>
          </a:p>
          <a:p>
            <a:r>
              <a:rPr lang="en-US" b="1" dirty="0"/>
              <a:t>High Availability</a:t>
            </a:r>
            <a:r>
              <a:rPr lang="en-US" dirty="0"/>
              <a:t> is a key benefit, ensuring that applications remain accessible at all times. If an EC2 instance fails, Auto Scaling provides </a:t>
            </a:r>
            <a:r>
              <a:rPr lang="en-US" b="1" dirty="0"/>
              <a:t>Fault Tolerance</a:t>
            </a:r>
            <a:r>
              <a:rPr lang="en-US" dirty="0"/>
              <a:t> by automatically replacing the failed instance, minimizing disruptions.</a:t>
            </a:r>
          </a:p>
          <a:p>
            <a:r>
              <a:rPr lang="en-US" dirty="0"/>
              <a:t>Additionally, </a:t>
            </a:r>
            <a:r>
              <a:rPr lang="en-US" b="1" dirty="0"/>
              <a:t>Seamless Load Balancing</a:t>
            </a:r>
            <a:r>
              <a:rPr lang="en-US" dirty="0"/>
              <a:t> is achieved by integrating with Elastic Load Balancer (ELB), which distributes traffic evenly across healthy instances, preventing overload on any single server.</a:t>
            </a:r>
          </a:p>
          <a:p>
            <a:r>
              <a:rPr lang="en-US" dirty="0"/>
              <a:t>To monitor system performance, </a:t>
            </a:r>
            <a:r>
              <a:rPr lang="en-US" b="1" dirty="0"/>
              <a:t>AWS CloudWatch</a:t>
            </a:r>
            <a:r>
              <a:rPr lang="en-US" dirty="0"/>
              <a:t> is used to create alerts based on real-time metrics such as CPU usage, memory utilization, and network traffic. If resource usage exceeds a predefined threshold, CloudWatch triggers an Auto Scaling action to launch new instances, ensuring smooth operation.</a:t>
            </a:r>
          </a:p>
          <a:p>
            <a:r>
              <a:rPr lang="en-US" dirty="0"/>
              <a:t>By leveraging Auto Scaling, ELB, and CloudWatch together, businesses can create a highly resilient, scalable, and cost-effective cloud infrastructure.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94D40D-035D-4108-98CE-DAF3AFEA156F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5168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</a:t>
            </a:r>
            <a:r>
              <a:rPr lang="en-US" b="1" dirty="0"/>
              <a:t>ELB ensures high availability and fault tolerance</a:t>
            </a:r>
            <a:r>
              <a:rPr lang="en-US" dirty="0"/>
              <a:t> by distributing traffic across multiple instances, preventing downtime. It also </a:t>
            </a:r>
            <a:r>
              <a:rPr lang="en-US" b="1" dirty="0"/>
              <a:t>scales dynamically</a:t>
            </a:r>
            <a:r>
              <a:rPr lang="en-US" dirty="0"/>
              <a:t>, adjusting resources based on incoming traffic demands.</a:t>
            </a:r>
          </a:p>
          <a:p>
            <a:r>
              <a:rPr lang="en-US" dirty="0"/>
              <a:t>In terms of performance, ELB </a:t>
            </a:r>
            <a:r>
              <a:rPr lang="en-US" b="1" dirty="0"/>
              <a:t>routes requests efficiently</a:t>
            </a:r>
            <a:r>
              <a:rPr lang="en-US" dirty="0"/>
              <a:t> to the healthiest and most responsive targets. Security is another key aspect—it supports </a:t>
            </a:r>
            <a:r>
              <a:rPr lang="en-US" b="1" dirty="0"/>
              <a:t>SSL/TLS encryption</a:t>
            </a:r>
            <a:r>
              <a:rPr lang="en-US" dirty="0"/>
              <a:t> and integrates with AWS Web Application Firewall for protection against attacks.</a:t>
            </a:r>
          </a:p>
          <a:p>
            <a:r>
              <a:rPr lang="en-US" dirty="0"/>
              <a:t>Additionally, ELB is </a:t>
            </a:r>
            <a:r>
              <a:rPr lang="en-US" b="1" dirty="0"/>
              <a:t>cost-effective</a:t>
            </a:r>
            <a:r>
              <a:rPr lang="en-US" dirty="0"/>
              <a:t>, as it eliminates the need for over-provisioning resources. It supports </a:t>
            </a:r>
            <a:r>
              <a:rPr lang="en-US" b="1" dirty="0"/>
              <a:t>multiple protocols</a:t>
            </a:r>
            <a:r>
              <a:rPr lang="en-US" dirty="0"/>
              <a:t>, including HTTP, HTTPS, and TCP, ensuring flexibility for different applications.</a:t>
            </a:r>
          </a:p>
          <a:p>
            <a:r>
              <a:rPr lang="en-US" dirty="0"/>
              <a:t>To maintain stability, ELB provides </a:t>
            </a:r>
            <a:r>
              <a:rPr lang="en-US" b="1" dirty="0"/>
              <a:t>health monitoring</a:t>
            </a:r>
            <a:r>
              <a:rPr lang="en-US" dirty="0"/>
              <a:t>, detecting unresponsive targets and rerouting traffic automatically.</a:t>
            </a:r>
          </a:p>
          <a:p>
            <a:r>
              <a:rPr lang="en-US" dirty="0"/>
              <a:t>Finally, ELB works in sync with </a:t>
            </a:r>
            <a:r>
              <a:rPr lang="en-US" b="1" dirty="0"/>
              <a:t>AWS Auto Scaling</a:t>
            </a:r>
            <a:r>
              <a:rPr lang="en-US" dirty="0"/>
              <a:t>, enabling automatic adjustments to resource allocation based on real-time demand.</a:t>
            </a:r>
          </a:p>
          <a:p>
            <a:r>
              <a:rPr lang="en-US" dirty="0"/>
              <a:t>Overall, Elastic Load Balancing is a powerful tool for improving system performance, reliability, and security in cloud environments."*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94D40D-035D-4108-98CE-DAF3AFEA156F}" type="slidenum">
              <a:rPr lang="en-SG" smtClean="0"/>
              <a:t>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47259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790F5-06F5-C392-18CD-C6CA5662C6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3F93F3-91AA-2F2C-B61E-B839DE7FA4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0FC47-0C65-FF0F-FD95-04B49F04A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A759-BFF8-4B5B-9ECE-D93AC303B331}" type="datetime1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2414F-7064-9A96-B4B9-4DDE4972F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F015B-7E81-F149-C270-855BE7B39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434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8946D-EC37-5251-6917-7437151FB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037D7-FF42-1F91-1B3D-89B6CEC3C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72A6A-593B-ED42-DF9C-D6D0B22B4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AB316-A2E6-49F2-825C-64AA951E4184}" type="datetime1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BD3EC0-6619-AE6C-4CB2-370CAB985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0AEF9-748A-F17E-A4B9-062449669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991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ED223-63A5-4B12-82B7-63D8FDE7F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867B68-7038-5A66-8519-375007533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C220F-2082-756E-D68C-A720B865C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9748B-ADD6-4C5A-8C2A-A39721276E74}" type="datetime1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EE5C9-19C7-FE80-0D41-C9D95E4EA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C2105-1E71-355F-3E82-C07A7C5BF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421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47E35-DF25-AA66-1B15-3D701BAAD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30F1-077C-6252-D923-9B649FB849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7F7B6E-DAE0-781A-B34F-F16B32672A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F13C37-797E-D81E-B721-6715401B9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1FB0F-3C5C-4949-B933-9C7E511ED094}" type="datetime1">
              <a:rPr lang="en-US" smtClean="0"/>
              <a:t>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E9A6C6-EB78-554D-CFED-D9848909C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ADB13F-B010-620B-49C6-CD3058702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170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4D176-9652-EEA6-980F-4031AD955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3DC2D9-D443-2030-F3CD-F27761289D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0E8739-477E-827B-9594-FE59222453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074F40-3A17-12B5-4572-FBFBB28856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3809C8-5BA0-D6D6-7BA1-A1403515BF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D3868B-C57F-E980-40FF-CF1A40F7E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01D58-E949-4BCB-829A-BBF80E38D59C}" type="datetime1">
              <a:rPr lang="en-US" smtClean="0"/>
              <a:t>2/14/2025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AB7475-E2B2-58A9-B751-E5CC01001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7EB12D-2949-DCEF-F316-174F9CF38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617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7E163-8C85-4126-12E5-313F9D168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DCCD74-303A-D64E-37D7-3E6BC754A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A846-0DA4-4D92-9BF1-DE8C52C1F4DF}" type="datetime1">
              <a:rPr lang="en-US" smtClean="0"/>
              <a:t>2/14/2025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2590E2-5B95-0C42-1130-6B4DD9794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DDE506-6E2D-606A-3F88-33C71D4D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972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02C967-8FD7-9FD9-EFE7-D4B5703C3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12331-4A9C-472F-A7FA-968157338839}" type="datetime1">
              <a:rPr lang="en-US" smtClean="0"/>
              <a:t>2/14/2025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47C9BF-B3C5-D4E4-5242-BED4480B0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4FA417-E642-D160-3DF9-7EDD07A80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699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63AB9-A118-5424-5157-30E796653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6D59D-E7A6-D6B8-6591-AE100BD4B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A104EA-D749-6450-576D-66A9858309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F1CB7B-EF85-BF23-87A7-6AFE4D091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97F3D-ED52-43FD-A26D-318B71534485}" type="datetime1">
              <a:rPr lang="en-US" smtClean="0"/>
              <a:t>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0B9B9C-E651-9992-EC73-502126C15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0A3E24-F048-A6F7-8338-FF426772B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935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67B20-C132-A3DA-EE33-32C2D876F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D1C3D8-F75A-F0C9-5294-0EC5329089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60E43B-9166-367D-A498-FABD8B01AD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09ECE-D235-E9BE-D2F9-DED3C73C2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91FA4-6264-4BB8-B3B5-77711EED2D82}" type="datetime1">
              <a:rPr lang="en-US" smtClean="0"/>
              <a:t>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804AE1-8DF1-9647-E19C-307E9E2B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92BC54-F6EA-CBDA-88B5-56BBA5EE5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378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B555E-BD6D-8589-D3D6-A5A605CCF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FE8EE3-B5BE-5993-3035-201B31C011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FF914-F073-FC95-3374-B53971233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F398-5DA3-4937-BE3F-7CA1B9158252}" type="datetime1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BDE37-DF4D-286A-A8D2-C2ACAF5B1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A2440-3FAB-F6AD-7B3C-28746BFAD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00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DE4776-15AD-4F76-3ED3-007D6841D9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308DF8-154E-DCBB-1AAE-811524E16F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7E85E-90F7-E538-246D-AE9ACEB59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91ED9-F929-4A92-90F9-3C9C84ABBE83}" type="datetime1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4FACF-10CF-68E7-6E0F-DF945E983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5B2CA-AD9C-A25F-B41C-6E3833366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742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329AFE-C5C3-2625-026C-4F2D04A2D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58CABB-F8F1-06EE-0B2C-B46EBA88C5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3595B-F2D8-47AF-0487-3F1A572A4A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F6A1D9-D323-4F4E-8655-25E2D32CE742}" type="datetime1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F1857-F742-AAFB-EA38-77AD3D4CC1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15080-37E0-75F1-1822-39E9E3D597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DF98CC-160E-494C-8C3C-8CDC5FA257D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865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customXml" Target="../ink/ink4.xml"/><Relationship Id="rId17" Type="http://schemas.openxmlformats.org/officeDocument/2006/relationships/image" Target="../media/image11.png"/><Relationship Id="rId2" Type="http://schemas.openxmlformats.org/officeDocument/2006/relationships/image" Target="../media/image2.gif"/><Relationship Id="rId16" Type="http://schemas.openxmlformats.org/officeDocument/2006/relationships/customXml" Target="../ink/ink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11" Type="http://schemas.openxmlformats.org/officeDocument/2006/relationships/image" Target="../media/image8.png"/><Relationship Id="rId5" Type="http://schemas.openxmlformats.org/officeDocument/2006/relationships/image" Target="../media/image5.jpeg"/><Relationship Id="rId15" Type="http://schemas.openxmlformats.org/officeDocument/2006/relationships/image" Target="../media/image10.png"/><Relationship Id="rId10" Type="http://schemas.openxmlformats.org/officeDocument/2006/relationships/customXml" Target="../ink/ink3.xml"/><Relationship Id="rId4" Type="http://schemas.openxmlformats.org/officeDocument/2006/relationships/image" Target="../media/image4.png"/><Relationship Id="rId9" Type="http://schemas.openxmlformats.org/officeDocument/2006/relationships/image" Target="../media/image7.png"/><Relationship Id="rId14" Type="http://schemas.openxmlformats.org/officeDocument/2006/relationships/customXml" Target="../ink/ink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13" Type="http://schemas.openxmlformats.org/officeDocument/2006/relationships/image" Target="../media/image5.jpeg"/><Relationship Id="rId18" Type="http://schemas.openxmlformats.org/officeDocument/2006/relationships/customXml" Target="../ink/ink12.xml"/><Relationship Id="rId26" Type="http://schemas.openxmlformats.org/officeDocument/2006/relationships/customXml" Target="../ink/ink16.xml"/><Relationship Id="rId3" Type="http://schemas.openxmlformats.org/officeDocument/2006/relationships/image" Target="../media/image3.png"/><Relationship Id="rId21" Type="http://schemas.openxmlformats.org/officeDocument/2006/relationships/image" Target="../media/image16.png"/><Relationship Id="rId7" Type="http://schemas.openxmlformats.org/officeDocument/2006/relationships/image" Target="../media/image6.png"/><Relationship Id="rId12" Type="http://schemas.openxmlformats.org/officeDocument/2006/relationships/image" Target="../media/image4.png"/><Relationship Id="rId17" Type="http://schemas.openxmlformats.org/officeDocument/2006/relationships/image" Target="../media/image14.png"/><Relationship Id="rId25" Type="http://schemas.openxmlformats.org/officeDocument/2006/relationships/image" Target="../media/image18.png"/><Relationship Id="rId33" Type="http://schemas.openxmlformats.org/officeDocument/2006/relationships/image" Target="../media/image22.png"/><Relationship Id="rId2" Type="http://schemas.openxmlformats.org/officeDocument/2006/relationships/image" Target="../media/image2.gif"/><Relationship Id="rId16" Type="http://schemas.openxmlformats.org/officeDocument/2006/relationships/customXml" Target="../ink/ink11.xml"/><Relationship Id="rId20" Type="http://schemas.openxmlformats.org/officeDocument/2006/relationships/customXml" Target="../ink/ink13.xml"/><Relationship Id="rId29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8.png"/><Relationship Id="rId24" Type="http://schemas.openxmlformats.org/officeDocument/2006/relationships/customXml" Target="../ink/ink15.xml"/><Relationship Id="rId32" Type="http://schemas.openxmlformats.org/officeDocument/2006/relationships/customXml" Target="../ink/ink19.xml"/><Relationship Id="rId15" Type="http://schemas.openxmlformats.org/officeDocument/2006/relationships/image" Target="../media/image13.png"/><Relationship Id="rId23" Type="http://schemas.openxmlformats.org/officeDocument/2006/relationships/image" Target="../media/image17.png"/><Relationship Id="rId28" Type="http://schemas.openxmlformats.org/officeDocument/2006/relationships/customXml" Target="../ink/ink17.xml"/><Relationship Id="rId10" Type="http://schemas.openxmlformats.org/officeDocument/2006/relationships/customXml" Target="../ink/ink9.xml"/><Relationship Id="rId19" Type="http://schemas.openxmlformats.org/officeDocument/2006/relationships/image" Target="../media/image15.png"/><Relationship Id="rId31" Type="http://schemas.openxmlformats.org/officeDocument/2006/relationships/image" Target="../media/image21.png"/><Relationship Id="rId4" Type="http://schemas.openxmlformats.org/officeDocument/2006/relationships/customXml" Target="../ink/ink7.xml"/><Relationship Id="rId9" Type="http://schemas.openxmlformats.org/officeDocument/2006/relationships/image" Target="../media/image7.png"/><Relationship Id="rId14" Type="http://schemas.openxmlformats.org/officeDocument/2006/relationships/customXml" Target="../ink/ink10.xml"/><Relationship Id="rId22" Type="http://schemas.openxmlformats.org/officeDocument/2006/relationships/customXml" Target="../ink/ink14.xml"/><Relationship Id="rId27" Type="http://schemas.openxmlformats.org/officeDocument/2006/relationships/image" Target="../media/image19.png"/><Relationship Id="rId30" Type="http://schemas.openxmlformats.org/officeDocument/2006/relationships/customXml" Target="../ink/ink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1.xml"/><Relationship Id="rId13" Type="http://schemas.openxmlformats.org/officeDocument/2006/relationships/image" Target="../media/image5.jpeg"/><Relationship Id="rId18" Type="http://schemas.openxmlformats.org/officeDocument/2006/relationships/customXml" Target="../ink/ink25.xml"/><Relationship Id="rId26" Type="http://schemas.openxmlformats.org/officeDocument/2006/relationships/customXml" Target="../ink/ink29.xml"/><Relationship Id="rId3" Type="http://schemas.openxmlformats.org/officeDocument/2006/relationships/image" Target="../media/image3.png"/><Relationship Id="rId21" Type="http://schemas.openxmlformats.org/officeDocument/2006/relationships/image" Target="../media/image16.png"/><Relationship Id="rId7" Type="http://schemas.openxmlformats.org/officeDocument/2006/relationships/image" Target="../media/image6.png"/><Relationship Id="rId12" Type="http://schemas.openxmlformats.org/officeDocument/2006/relationships/image" Target="../media/image4.png"/><Relationship Id="rId17" Type="http://schemas.openxmlformats.org/officeDocument/2006/relationships/image" Target="../media/image14.png"/><Relationship Id="rId25" Type="http://schemas.openxmlformats.org/officeDocument/2006/relationships/image" Target="../media/image18.png"/><Relationship Id="rId33" Type="http://schemas.openxmlformats.org/officeDocument/2006/relationships/image" Target="../media/image22.png"/><Relationship Id="rId2" Type="http://schemas.openxmlformats.org/officeDocument/2006/relationships/image" Target="../media/image2.gif"/><Relationship Id="rId16" Type="http://schemas.openxmlformats.org/officeDocument/2006/relationships/customXml" Target="../ink/ink24.xml"/><Relationship Id="rId20" Type="http://schemas.openxmlformats.org/officeDocument/2006/relationships/customXml" Target="../ink/ink26.xml"/><Relationship Id="rId29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8.png"/><Relationship Id="rId24" Type="http://schemas.openxmlformats.org/officeDocument/2006/relationships/customXml" Target="../ink/ink28.xml"/><Relationship Id="rId32" Type="http://schemas.openxmlformats.org/officeDocument/2006/relationships/customXml" Target="../ink/ink32.xml"/><Relationship Id="rId15" Type="http://schemas.openxmlformats.org/officeDocument/2006/relationships/image" Target="../media/image13.png"/><Relationship Id="rId23" Type="http://schemas.openxmlformats.org/officeDocument/2006/relationships/image" Target="../media/image17.png"/><Relationship Id="rId28" Type="http://schemas.openxmlformats.org/officeDocument/2006/relationships/customXml" Target="../ink/ink30.xml"/><Relationship Id="rId10" Type="http://schemas.openxmlformats.org/officeDocument/2006/relationships/customXml" Target="../ink/ink22.xml"/><Relationship Id="rId19" Type="http://schemas.openxmlformats.org/officeDocument/2006/relationships/image" Target="../media/image15.png"/><Relationship Id="rId31" Type="http://schemas.openxmlformats.org/officeDocument/2006/relationships/image" Target="../media/image21.png"/><Relationship Id="rId4" Type="http://schemas.openxmlformats.org/officeDocument/2006/relationships/customXml" Target="../ink/ink20.xml"/><Relationship Id="rId9" Type="http://schemas.openxmlformats.org/officeDocument/2006/relationships/image" Target="../media/image7.png"/><Relationship Id="rId14" Type="http://schemas.openxmlformats.org/officeDocument/2006/relationships/customXml" Target="../ink/ink23.xml"/><Relationship Id="rId22" Type="http://schemas.openxmlformats.org/officeDocument/2006/relationships/customXml" Target="../ink/ink27.xml"/><Relationship Id="rId27" Type="http://schemas.openxmlformats.org/officeDocument/2006/relationships/image" Target="../media/image19.png"/><Relationship Id="rId30" Type="http://schemas.openxmlformats.org/officeDocument/2006/relationships/customXml" Target="../ink/ink3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34.xml"/><Relationship Id="rId13" Type="http://schemas.openxmlformats.org/officeDocument/2006/relationships/customXml" Target="../ink/ink36.xml"/><Relationship Id="rId18" Type="http://schemas.openxmlformats.org/officeDocument/2006/relationships/image" Target="../media/image15.png"/><Relationship Id="rId26" Type="http://schemas.openxmlformats.org/officeDocument/2006/relationships/image" Target="../media/image19.png"/><Relationship Id="rId3" Type="http://schemas.openxmlformats.org/officeDocument/2006/relationships/image" Target="../media/image3.png"/><Relationship Id="rId21" Type="http://schemas.openxmlformats.org/officeDocument/2006/relationships/customXml" Target="../ink/ink40.xml"/><Relationship Id="rId7" Type="http://schemas.openxmlformats.org/officeDocument/2006/relationships/image" Target="../media/image6.png"/><Relationship Id="rId12" Type="http://schemas.openxmlformats.org/officeDocument/2006/relationships/image" Target="../media/image4.png"/><Relationship Id="rId17" Type="http://schemas.openxmlformats.org/officeDocument/2006/relationships/customXml" Target="../ink/ink38.xml"/><Relationship Id="rId25" Type="http://schemas.openxmlformats.org/officeDocument/2006/relationships/customXml" Target="../ink/ink42.xml"/><Relationship Id="rId33" Type="http://schemas.openxmlformats.org/officeDocument/2006/relationships/image" Target="../media/image34.png"/><Relationship Id="rId2" Type="http://schemas.openxmlformats.org/officeDocument/2006/relationships/image" Target="../media/image2.gif"/><Relationship Id="rId16" Type="http://schemas.openxmlformats.org/officeDocument/2006/relationships/image" Target="../media/image14.png"/><Relationship Id="rId20" Type="http://schemas.openxmlformats.org/officeDocument/2006/relationships/image" Target="../media/image16.png"/><Relationship Id="rId29" Type="http://schemas.openxmlformats.org/officeDocument/2006/relationships/customXml" Target="../ink/ink44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8.png"/><Relationship Id="rId24" Type="http://schemas.openxmlformats.org/officeDocument/2006/relationships/image" Target="../media/image18.png"/><Relationship Id="rId32" Type="http://schemas.openxmlformats.org/officeDocument/2006/relationships/image" Target="../media/image22.png"/><Relationship Id="rId15" Type="http://schemas.openxmlformats.org/officeDocument/2006/relationships/customXml" Target="../ink/ink37.xml"/><Relationship Id="rId23" Type="http://schemas.openxmlformats.org/officeDocument/2006/relationships/customXml" Target="../ink/ink41.xml"/><Relationship Id="rId28" Type="http://schemas.openxmlformats.org/officeDocument/2006/relationships/image" Target="../media/image20.png"/><Relationship Id="rId10" Type="http://schemas.openxmlformats.org/officeDocument/2006/relationships/customXml" Target="../ink/ink35.xml"/><Relationship Id="rId19" Type="http://schemas.openxmlformats.org/officeDocument/2006/relationships/customXml" Target="../ink/ink39.xml"/><Relationship Id="rId31" Type="http://schemas.openxmlformats.org/officeDocument/2006/relationships/customXml" Target="../ink/ink45.xml"/><Relationship Id="rId4" Type="http://schemas.openxmlformats.org/officeDocument/2006/relationships/customXml" Target="../ink/ink33.xml"/><Relationship Id="rId9" Type="http://schemas.openxmlformats.org/officeDocument/2006/relationships/image" Target="../media/image7.png"/><Relationship Id="rId14" Type="http://schemas.openxmlformats.org/officeDocument/2006/relationships/image" Target="../media/image13.png"/><Relationship Id="rId22" Type="http://schemas.openxmlformats.org/officeDocument/2006/relationships/image" Target="../media/image17.png"/><Relationship Id="rId27" Type="http://schemas.openxmlformats.org/officeDocument/2006/relationships/customXml" Target="../ink/ink43.xml"/><Relationship Id="rId30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9.xml"/><Relationship Id="rId18" Type="http://schemas.openxmlformats.org/officeDocument/2006/relationships/image" Target="../media/image38.png"/><Relationship Id="rId26" Type="http://schemas.openxmlformats.org/officeDocument/2006/relationships/image" Target="../media/image42.png"/><Relationship Id="rId39" Type="http://schemas.openxmlformats.org/officeDocument/2006/relationships/customXml" Target="../ink/ink61.xml"/><Relationship Id="rId21" Type="http://schemas.openxmlformats.org/officeDocument/2006/relationships/customXml" Target="../ink/ink53.xml"/><Relationship Id="rId34" Type="http://schemas.openxmlformats.org/officeDocument/2006/relationships/image" Target="../media/image5.jpeg"/><Relationship Id="rId42" Type="http://schemas.openxmlformats.org/officeDocument/2006/relationships/image" Target="../media/image49.png"/><Relationship Id="rId7" Type="http://schemas.openxmlformats.org/officeDocument/2006/relationships/image" Target="../media/image6.png"/><Relationship Id="rId2" Type="http://schemas.openxmlformats.org/officeDocument/2006/relationships/image" Target="../media/image2.gif"/><Relationship Id="rId16" Type="http://schemas.openxmlformats.org/officeDocument/2006/relationships/image" Target="../media/image37.png"/><Relationship Id="rId20" Type="http://schemas.openxmlformats.org/officeDocument/2006/relationships/image" Target="../media/image39.png"/><Relationship Id="rId29" Type="http://schemas.openxmlformats.org/officeDocument/2006/relationships/customXml" Target="../ink/ink57.xml"/><Relationship Id="rId41" Type="http://schemas.openxmlformats.org/officeDocument/2006/relationships/customXml" Target="../ink/ink62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8.png"/><Relationship Id="rId24" Type="http://schemas.openxmlformats.org/officeDocument/2006/relationships/image" Target="../media/image41.png"/><Relationship Id="rId32" Type="http://schemas.openxmlformats.org/officeDocument/2006/relationships/image" Target="../media/image45.png"/><Relationship Id="rId37" Type="http://schemas.openxmlformats.org/officeDocument/2006/relationships/customXml" Target="../ink/ink60.xml"/><Relationship Id="rId40" Type="http://schemas.openxmlformats.org/officeDocument/2006/relationships/image" Target="../media/image48.png"/><Relationship Id="rId45" Type="http://schemas.openxmlformats.org/officeDocument/2006/relationships/customXml" Target="../ink/ink64.xml"/><Relationship Id="rId15" Type="http://schemas.openxmlformats.org/officeDocument/2006/relationships/customXml" Target="../ink/ink50.xml"/><Relationship Id="rId23" Type="http://schemas.openxmlformats.org/officeDocument/2006/relationships/customXml" Target="../ink/ink54.xml"/><Relationship Id="rId28" Type="http://schemas.openxmlformats.org/officeDocument/2006/relationships/image" Target="../media/image43.png"/><Relationship Id="rId36" Type="http://schemas.openxmlformats.org/officeDocument/2006/relationships/image" Target="../media/image46.png"/><Relationship Id="rId10" Type="http://schemas.openxmlformats.org/officeDocument/2006/relationships/customXml" Target="../ink/ink48.xml"/><Relationship Id="rId19" Type="http://schemas.openxmlformats.org/officeDocument/2006/relationships/customXml" Target="../ink/ink52.xml"/><Relationship Id="rId31" Type="http://schemas.openxmlformats.org/officeDocument/2006/relationships/customXml" Target="../ink/ink58.xml"/><Relationship Id="rId44" Type="http://schemas.openxmlformats.org/officeDocument/2006/relationships/image" Target="../media/image50.png"/><Relationship Id="rId4" Type="http://schemas.openxmlformats.org/officeDocument/2006/relationships/customXml" Target="../ink/ink46.xml"/><Relationship Id="rId9" Type="http://schemas.openxmlformats.org/officeDocument/2006/relationships/image" Target="../media/image7.png"/><Relationship Id="rId14" Type="http://schemas.openxmlformats.org/officeDocument/2006/relationships/image" Target="../media/image36.png"/><Relationship Id="rId22" Type="http://schemas.openxmlformats.org/officeDocument/2006/relationships/image" Target="../media/image40.png"/><Relationship Id="rId27" Type="http://schemas.openxmlformats.org/officeDocument/2006/relationships/customXml" Target="../ink/ink56.xml"/><Relationship Id="rId30" Type="http://schemas.openxmlformats.org/officeDocument/2006/relationships/image" Target="../media/image44.png"/><Relationship Id="rId35" Type="http://schemas.openxmlformats.org/officeDocument/2006/relationships/customXml" Target="../ink/ink59.xml"/><Relationship Id="rId43" Type="http://schemas.openxmlformats.org/officeDocument/2006/relationships/customXml" Target="../ink/ink63.xml"/><Relationship Id="rId8" Type="http://schemas.openxmlformats.org/officeDocument/2006/relationships/customXml" Target="../ink/ink47.xml"/><Relationship Id="rId3" Type="http://schemas.openxmlformats.org/officeDocument/2006/relationships/image" Target="../media/image3.png"/><Relationship Id="rId12" Type="http://schemas.openxmlformats.org/officeDocument/2006/relationships/image" Target="../media/image4.png"/><Relationship Id="rId17" Type="http://schemas.openxmlformats.org/officeDocument/2006/relationships/customXml" Target="../ink/ink51.xml"/><Relationship Id="rId25" Type="http://schemas.openxmlformats.org/officeDocument/2006/relationships/customXml" Target="../ink/ink55.xml"/><Relationship Id="rId33" Type="http://schemas.openxmlformats.org/officeDocument/2006/relationships/image" Target="../media/image34.png"/><Relationship Id="rId38" Type="http://schemas.openxmlformats.org/officeDocument/2006/relationships/image" Target="../media/image47.png"/><Relationship Id="rId46" Type="http://schemas.openxmlformats.org/officeDocument/2006/relationships/image" Target="../media/image5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lorful light bulb with business icons">
            <a:extLst>
              <a:ext uri="{FF2B5EF4-FFF2-40B4-BE49-F238E27FC236}">
                <a16:creationId xmlns:a16="http://schemas.microsoft.com/office/drawing/2014/main" id="{5C0A1B0E-E044-899A-FFD5-A1F285C5644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9747" b="9896"/>
          <a:stretch/>
        </p:blipFill>
        <p:spPr>
          <a:xfrm>
            <a:off x="-3049" y="-2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1E6FD5-A3A3-FC4F-6C1D-EF098619D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334248"/>
          </a:xfrm>
        </p:spPr>
        <p:txBody>
          <a:bodyPr anchor="t">
            <a:normAutofit/>
          </a:bodyPr>
          <a:lstStyle/>
          <a:p>
            <a:r>
              <a:rPr lang="en-SG" dirty="0">
                <a:solidFill>
                  <a:srgbClr val="FFFFFF"/>
                </a:solidFill>
              </a:rPr>
              <a:t>SACF Project Enhancements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D5C79E-002C-2FB5-0C39-9B7F670AE9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482450"/>
            <a:ext cx="5040785" cy="1724029"/>
          </a:xfrm>
        </p:spPr>
        <p:txBody>
          <a:bodyPr anchor="t">
            <a:normAutofit/>
          </a:bodyPr>
          <a:lstStyle/>
          <a:p>
            <a:r>
              <a:rPr lang="en-SG" dirty="0">
                <a:solidFill>
                  <a:srgbClr val="FFFFFF"/>
                </a:solidFill>
              </a:rPr>
              <a:t>Prepared By: Ilamaran Raju</a:t>
            </a:r>
          </a:p>
          <a:p>
            <a:r>
              <a:rPr lang="en-SG" dirty="0">
                <a:solidFill>
                  <a:srgbClr val="FFFFFF"/>
                </a:solidFill>
              </a:rPr>
              <a:t>PA14</a:t>
            </a:r>
          </a:p>
          <a:p>
            <a:r>
              <a:rPr lang="en-SG" dirty="0">
                <a:solidFill>
                  <a:srgbClr val="FFFFFF"/>
                </a:solidFill>
              </a:rPr>
              <a:t>S10257054C</a:t>
            </a:r>
          </a:p>
        </p:txBody>
      </p:sp>
    </p:spTree>
    <p:extLst>
      <p:ext uri="{BB962C8B-B14F-4D97-AF65-F5344CB8AC3E}">
        <p14:creationId xmlns:p14="http://schemas.microsoft.com/office/powerpoint/2010/main" val="6179933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CA7D9-1C60-39F6-C6A8-63CA204F2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356" y="699202"/>
            <a:ext cx="4741695" cy="1890435"/>
          </a:xfrm>
        </p:spPr>
        <p:txBody>
          <a:bodyPr/>
          <a:lstStyle/>
          <a:p>
            <a:r>
              <a:rPr lang="en-SG" b="1" dirty="0"/>
              <a:t>So what have we done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674EF-2519-3065-C7B3-6B0E4416E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70" y="2589637"/>
            <a:ext cx="5021182" cy="1094257"/>
          </a:xfrm>
        </p:spPr>
        <p:txBody>
          <a:bodyPr>
            <a:normAutofit/>
          </a:bodyPr>
          <a:lstStyle/>
          <a:p>
            <a:r>
              <a:rPr lang="en-US" sz="1600" dirty="0"/>
              <a:t>We have set up an instance that hosts both a database and a web server, running the NP News website on WordPress</a:t>
            </a:r>
            <a:endParaRPr lang="en-SG" sz="1800" dirty="0"/>
          </a:p>
        </p:txBody>
      </p:sp>
      <p:pic>
        <p:nvPicPr>
          <p:cNvPr id="1030" name="Picture 6" descr="Urgent News GIFs - Find &amp; Share on GIPHY">
            <a:extLst>
              <a:ext uri="{FF2B5EF4-FFF2-40B4-BE49-F238E27FC236}">
                <a16:creationId xmlns:a16="http://schemas.microsoft.com/office/drawing/2014/main" id="{53F98F6D-8641-F88D-4AE9-D64619FDAD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3722" y="604281"/>
            <a:ext cx="5761534" cy="3315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52FDD660-3DE4-F0BA-8244-C5E272696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2914" y="4292018"/>
            <a:ext cx="1237839" cy="1237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Comparing EC2 Instance Types: Finding the Right Fit for Your Workload | by  Muhammad Bilal | Medium">
            <a:extLst>
              <a:ext uri="{FF2B5EF4-FFF2-40B4-BE49-F238E27FC236}">
                <a16:creationId xmlns:a16="http://schemas.microsoft.com/office/drawing/2014/main" id="{C522AA8A-5C0A-2E04-C452-E0CC4F07A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2230" y="4302108"/>
            <a:ext cx="1930521" cy="1272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14" descr="Phone Cartoon Images - Free Download on Freepik">
            <a:extLst>
              <a:ext uri="{FF2B5EF4-FFF2-40B4-BE49-F238E27FC236}">
                <a16:creationId xmlns:a16="http://schemas.microsoft.com/office/drawing/2014/main" id="{6A5763DB-45E1-8C63-3D55-0BD3C42343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03487" y="341249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/>
          </a:p>
        </p:txBody>
      </p:sp>
      <p:pic>
        <p:nvPicPr>
          <p:cNvPr id="7" name="Picture 16" descr="Phone Cartoon Images - Free Download on Freepik">
            <a:extLst>
              <a:ext uri="{FF2B5EF4-FFF2-40B4-BE49-F238E27FC236}">
                <a16:creationId xmlns:a16="http://schemas.microsoft.com/office/drawing/2014/main" id="{39E5642A-DB40-4B3F-097A-DB85C1B504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635" y="5957346"/>
            <a:ext cx="586098" cy="586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6" descr="Phone Cartoon Images - Free Download on Freepik">
            <a:extLst>
              <a:ext uri="{FF2B5EF4-FFF2-40B4-BE49-F238E27FC236}">
                <a16:creationId xmlns:a16="http://schemas.microsoft.com/office/drawing/2014/main" id="{A5204409-BBF7-A560-E011-C094438F7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299" y="4708143"/>
            <a:ext cx="586098" cy="586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6" descr="Phone Cartoon Images - Free Download on Freepik">
            <a:extLst>
              <a:ext uri="{FF2B5EF4-FFF2-40B4-BE49-F238E27FC236}">
                <a16:creationId xmlns:a16="http://schemas.microsoft.com/office/drawing/2014/main" id="{9F383CEB-71E4-0288-110A-2A102083A2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0961" y="6125437"/>
            <a:ext cx="586098" cy="586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6" descr="Phone Cartoon Images - Free Download on Freepik">
            <a:extLst>
              <a:ext uri="{FF2B5EF4-FFF2-40B4-BE49-F238E27FC236}">
                <a16:creationId xmlns:a16="http://schemas.microsoft.com/office/drawing/2014/main" id="{C1355A9C-AFC9-437A-6FED-FD3792656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929" y="4302108"/>
            <a:ext cx="586098" cy="586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6" descr="Phone Cartoon Images - Free Download on Freepik">
            <a:extLst>
              <a:ext uri="{FF2B5EF4-FFF2-40B4-BE49-F238E27FC236}">
                <a16:creationId xmlns:a16="http://schemas.microsoft.com/office/drawing/2014/main" id="{D9A97457-555F-C6B8-85A1-4A389A8A7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2963" y="3579441"/>
            <a:ext cx="586098" cy="586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34EC7F18-43B8-8023-B589-CFC9DAF100AF}"/>
              </a:ext>
            </a:extLst>
          </p:cNvPr>
          <p:cNvGrpSpPr/>
          <p:nvPr/>
        </p:nvGrpSpPr>
        <p:grpSpPr>
          <a:xfrm>
            <a:off x="10307911" y="4069198"/>
            <a:ext cx="1237839" cy="1190880"/>
            <a:chOff x="10983430" y="4069198"/>
            <a:chExt cx="562320" cy="119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6727D73-85CD-65CF-E2B4-C1CF30BA10BD}"/>
                    </a:ext>
                  </a:extLst>
                </p14:cNvPr>
                <p14:cNvContentPartPr/>
                <p14:nvPr/>
              </p14:nvContentPartPr>
              <p14:xfrm>
                <a:off x="10983430" y="4069198"/>
                <a:ext cx="562320" cy="1047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6727D73-85CD-65CF-E2B4-C1CF30BA10B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979503" y="4060558"/>
                  <a:ext cx="570337" cy="10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493892D-3F41-FC9A-F56B-62AC71E1D5D6}"/>
                    </a:ext>
                  </a:extLst>
                </p14:cNvPr>
                <p14:cNvContentPartPr/>
                <p14:nvPr/>
              </p14:nvContentPartPr>
              <p14:xfrm>
                <a:off x="10993510" y="5000158"/>
                <a:ext cx="160200" cy="81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493892D-3F41-FC9A-F56B-62AC71E1D5D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989415" y="4991158"/>
                  <a:ext cx="168226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2EE6900-8C19-FD00-F45D-689776F521EC}"/>
                    </a:ext>
                  </a:extLst>
                </p14:cNvPr>
                <p14:cNvContentPartPr/>
                <p14:nvPr/>
              </p14:nvContentPartPr>
              <p14:xfrm>
                <a:off x="11007550" y="5109238"/>
                <a:ext cx="93600" cy="150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2EE6900-8C19-FD00-F45D-689776F521E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003616" y="5100238"/>
                  <a:ext cx="101632" cy="16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445F77C-CA5F-2F4D-4EC5-EC5D1794DDA5}"/>
              </a:ext>
            </a:extLst>
          </p:cNvPr>
          <p:cNvGrpSpPr/>
          <p:nvPr/>
        </p:nvGrpSpPr>
        <p:grpSpPr>
          <a:xfrm>
            <a:off x="4914027" y="5053438"/>
            <a:ext cx="3692501" cy="363600"/>
            <a:chOff x="7447510" y="5053438"/>
            <a:chExt cx="2073600" cy="36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4E9CA6D-C056-2066-D362-FB25093AFEEC}"/>
                    </a:ext>
                  </a:extLst>
                </p14:cNvPr>
                <p14:cNvContentPartPr/>
                <p14:nvPr/>
              </p14:nvContentPartPr>
              <p14:xfrm>
                <a:off x="7454350" y="5053438"/>
                <a:ext cx="2066760" cy="3636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4E9CA6D-C056-2066-D362-FB25093AFEE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449498" y="5044438"/>
                  <a:ext cx="2076666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10444CD-DC4E-58E9-CBBC-27C9FD17531A}"/>
                    </a:ext>
                  </a:extLst>
                </p14:cNvPr>
                <p14:cNvContentPartPr/>
                <p14:nvPr/>
              </p14:nvContentPartPr>
              <p14:xfrm>
                <a:off x="7447510" y="5193478"/>
                <a:ext cx="153000" cy="284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10444CD-DC4E-58E9-CBBC-27C9FD17531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442444" y="5184478"/>
                  <a:ext cx="16293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FE3A2CD-967B-42C8-58E0-B85F6046B330}"/>
                    </a:ext>
                  </a:extLst>
                </p14:cNvPr>
                <p14:cNvContentPartPr/>
                <p14:nvPr/>
              </p14:nvContentPartPr>
              <p14:xfrm>
                <a:off x="7461190" y="5228038"/>
                <a:ext cx="108360" cy="185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FE3A2CD-967B-42C8-58E0-B85F6046B33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456117" y="5219038"/>
                  <a:ext cx="118303" cy="20268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8E18858-6885-93BE-EB91-6A54EB068A3B}"/>
              </a:ext>
            </a:extLst>
          </p:cNvPr>
          <p:cNvCxnSpPr>
            <a:stCxn id="1036" idx="1"/>
          </p:cNvCxnSpPr>
          <p:nvPr/>
        </p:nvCxnSpPr>
        <p:spPr>
          <a:xfrm flipV="1">
            <a:off x="3392230" y="4243826"/>
            <a:ext cx="329683" cy="6943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1D9CFB9-C39D-017F-51ED-F49EC75AE89E}"/>
              </a:ext>
            </a:extLst>
          </p:cNvPr>
          <p:cNvCxnSpPr>
            <a:stCxn id="1036" idx="1"/>
          </p:cNvCxnSpPr>
          <p:nvPr/>
        </p:nvCxnSpPr>
        <p:spPr>
          <a:xfrm flipH="1" flipV="1">
            <a:off x="2646970" y="4543973"/>
            <a:ext cx="745260" cy="3942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0482E0F-25EF-FF17-FB43-171FCF30010C}"/>
              </a:ext>
            </a:extLst>
          </p:cNvPr>
          <p:cNvCxnSpPr>
            <a:stCxn id="1036" idx="1"/>
          </p:cNvCxnSpPr>
          <p:nvPr/>
        </p:nvCxnSpPr>
        <p:spPr>
          <a:xfrm>
            <a:off x="3392230" y="4938219"/>
            <a:ext cx="231961" cy="10017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08D4307-0CF2-36C1-AAE7-4DF7B2625138}"/>
              </a:ext>
            </a:extLst>
          </p:cNvPr>
          <p:cNvCxnSpPr>
            <a:stCxn id="1036" idx="1"/>
          </p:cNvCxnSpPr>
          <p:nvPr/>
        </p:nvCxnSpPr>
        <p:spPr>
          <a:xfrm flipH="1">
            <a:off x="2626002" y="4938219"/>
            <a:ext cx="766228" cy="9180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8A2FB16-0F60-6F45-B1BF-A69C0EF1A43B}"/>
              </a:ext>
            </a:extLst>
          </p:cNvPr>
          <p:cNvCxnSpPr>
            <a:stCxn id="1036" idx="1"/>
          </p:cNvCxnSpPr>
          <p:nvPr/>
        </p:nvCxnSpPr>
        <p:spPr>
          <a:xfrm flipH="1">
            <a:off x="1921034" y="4938219"/>
            <a:ext cx="1471196" cy="180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Picture 6" descr="Urgent News GIFs - Find &amp; Share on GIPHY">
            <a:extLst>
              <a:ext uri="{FF2B5EF4-FFF2-40B4-BE49-F238E27FC236}">
                <a16:creationId xmlns:a16="http://schemas.microsoft.com/office/drawing/2014/main" id="{21BB430B-5EE6-8B81-FF54-B1A9C435C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9404" y="3900057"/>
            <a:ext cx="1127876" cy="649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6" descr="Urgent News GIFs - Find &amp; Share on GIPHY">
            <a:extLst>
              <a:ext uri="{FF2B5EF4-FFF2-40B4-BE49-F238E27FC236}">
                <a16:creationId xmlns:a16="http://schemas.microsoft.com/office/drawing/2014/main" id="{E40412A3-3CF6-5426-80E5-9875D2E318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1085" y="3935379"/>
            <a:ext cx="1127876" cy="649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6" descr="Urgent News GIFs - Find &amp; Share on GIPHY">
            <a:extLst>
              <a:ext uri="{FF2B5EF4-FFF2-40B4-BE49-F238E27FC236}">
                <a16:creationId xmlns:a16="http://schemas.microsoft.com/office/drawing/2014/main" id="{7229264A-8394-BE1C-7869-AB073CE26B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9417" y="3941905"/>
            <a:ext cx="1127876" cy="649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6" descr="Urgent News GIFs - Find &amp; Share on GIPHY">
            <a:extLst>
              <a:ext uri="{FF2B5EF4-FFF2-40B4-BE49-F238E27FC236}">
                <a16:creationId xmlns:a16="http://schemas.microsoft.com/office/drawing/2014/main" id="{D064580A-2E84-4252-03F3-A8AA103BC1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0251" y="4004746"/>
            <a:ext cx="1127876" cy="649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6" descr="Urgent News GIFs - Find &amp; Share on GIPHY">
            <a:extLst>
              <a:ext uri="{FF2B5EF4-FFF2-40B4-BE49-F238E27FC236}">
                <a16:creationId xmlns:a16="http://schemas.microsoft.com/office/drawing/2014/main" id="{F62A5689-C759-D34B-7012-6778C4B322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1073" y="3894856"/>
            <a:ext cx="1127876" cy="649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2654BA9C-10D3-BFF1-5215-6DA545D8949D}"/>
              </a:ext>
            </a:extLst>
          </p:cNvPr>
          <p:cNvSpPr/>
          <p:nvPr/>
        </p:nvSpPr>
        <p:spPr>
          <a:xfrm>
            <a:off x="10012823" y="988284"/>
            <a:ext cx="1604024" cy="13122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82FB0E8-E647-2501-FE16-E34A1A35A8D6}"/>
              </a:ext>
            </a:extLst>
          </p:cNvPr>
          <p:cNvSpPr txBox="1"/>
          <p:nvPr/>
        </p:nvSpPr>
        <p:spPr>
          <a:xfrm>
            <a:off x="9674625" y="997757"/>
            <a:ext cx="21495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3600" b="1" dirty="0">
                <a:solidFill>
                  <a:schemeClr val="bg1"/>
                </a:solidFill>
              </a:rPr>
              <a:t>NP NEWS</a:t>
            </a:r>
          </a:p>
        </p:txBody>
      </p:sp>
    </p:spTree>
    <p:extLst>
      <p:ext uri="{BB962C8B-B14F-4D97-AF65-F5344CB8AC3E}">
        <p14:creationId xmlns:p14="http://schemas.microsoft.com/office/powerpoint/2010/main" val="14161420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64 0.06296 L 0.00964 0.06319 L -0.06888 0.12407 L -0.51823 0.14351 L -0.64297 0.09976 L -0.61666 0.00208 L -0.53594 -0.05278 L -0.53594 -0.05255 L -0.53594 -0.05278 " pathEditMode="relative" rAng="0" ptsTypes="AAAAAAAAA">
                                      <p:cBhvr>
                                        <p:cTn id="6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630" y="-175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703 0.06736 L -0.0737 0.12546 L -0.51628 0.14583 L -0.64857 0.09884 L -0.70742 0.04792 L -0.68398 -0.05671 L -0.68463 -0.05278 " pathEditMode="relative" rAng="0" ptsTypes="AAAAAAA">
                                      <p:cBhvr>
                                        <p:cTn id="8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729" y="-2292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34 0.07292 L -0.07487 0.12477 L -0.52031 0.1463 L -0.6483 0.10255 L -0.76744 0.12986 L -0.82018 0.02014 " pathEditMode="relative" rAng="0" ptsTypes="AAAAAA">
                                      <p:cBhvr>
                                        <p:cTn id="10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276" y="1019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472 0.06597 L -0.06784 0.12292 L -0.50586 0.14745 L -0.64323 0.10046 L -0.70338 0.22685 L -0.80807 0.27685 " pathEditMode="relative" ptsTypes="AAAAAA">
                                      <p:cBhvr>
                                        <p:cTn id="12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211 0.072 L -0.0681 0.12176 L -0.50156 0.15024 L -0.64232 0.09931 L -0.62122 0.24399 L -0.54961 0.2919 " pathEditMode="relative" ptsTypes="AAAAAA">
                                      <p:cBhvr>
                                        <p:cTn id="14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8" name="Rectangle 2057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6E10D7-7D10-511A-2CE6-6CCD3CB97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777739"/>
            <a:ext cx="3418990" cy="1412119"/>
          </a:xfrm>
        </p:spPr>
        <p:txBody>
          <a:bodyPr>
            <a:normAutofit/>
          </a:bodyPr>
          <a:lstStyle/>
          <a:p>
            <a:r>
              <a:rPr lang="en-SG"/>
              <a:t>Problems We Face</a:t>
            </a:r>
          </a:p>
        </p:txBody>
      </p:sp>
      <p:pic>
        <p:nvPicPr>
          <p:cNvPr id="2052" name="Picture 4" descr="Word Problems Explained For Elementary School">
            <a:extLst>
              <a:ext uri="{FF2B5EF4-FFF2-40B4-BE49-F238E27FC236}">
                <a16:creationId xmlns:a16="http://schemas.microsoft.com/office/drawing/2014/main" id="{9C878E06-139F-8B91-CA5A-B0D4DE30F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76" b="18066"/>
          <a:stretch/>
        </p:blipFill>
        <p:spPr bwMode="auto">
          <a:xfrm>
            <a:off x="20" y="10"/>
            <a:ext cx="12191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0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61305" y="5468206"/>
            <a:ext cx="1371600" cy="18288"/>
          </a:xfrm>
          <a:custGeom>
            <a:avLst/>
            <a:gdLst>
              <a:gd name="connsiteX0" fmla="*/ 0 w 1371600"/>
              <a:gd name="connsiteY0" fmla="*/ 0 h 18288"/>
              <a:gd name="connsiteX1" fmla="*/ 685800 w 1371600"/>
              <a:gd name="connsiteY1" fmla="*/ 0 h 18288"/>
              <a:gd name="connsiteX2" fmla="*/ 1371600 w 1371600"/>
              <a:gd name="connsiteY2" fmla="*/ 0 h 18288"/>
              <a:gd name="connsiteX3" fmla="*/ 1371600 w 1371600"/>
              <a:gd name="connsiteY3" fmla="*/ 18288 h 18288"/>
              <a:gd name="connsiteX4" fmla="*/ 713232 w 1371600"/>
              <a:gd name="connsiteY4" fmla="*/ 18288 h 18288"/>
              <a:gd name="connsiteX5" fmla="*/ 0 w 1371600"/>
              <a:gd name="connsiteY5" fmla="*/ 18288 h 18288"/>
              <a:gd name="connsiteX6" fmla="*/ 0 w 1371600"/>
              <a:gd name="connsiteY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1600" h="18288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355" y="6649"/>
                  <a:pt x="1371915" y="11310"/>
                  <a:pt x="1371600" y="18288"/>
                </a:cubicBezTo>
                <a:cubicBezTo>
                  <a:pt x="1107995" y="26464"/>
                  <a:pt x="1033361" y="32942"/>
                  <a:pt x="713232" y="18288"/>
                </a:cubicBezTo>
                <a:cubicBezTo>
                  <a:pt x="393103" y="3634"/>
                  <a:pt x="289343" y="43221"/>
                  <a:pt x="0" y="18288"/>
                </a:cubicBezTo>
                <a:cubicBezTo>
                  <a:pt x="-459" y="11562"/>
                  <a:pt x="-31" y="5093"/>
                  <a:pt x="0" y="0"/>
                </a:cubicBezTo>
                <a:close/>
              </a:path>
              <a:path w="1371600" h="18288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456" y="3662"/>
                  <a:pt x="1371030" y="13946"/>
                  <a:pt x="1371600" y="18288"/>
                </a:cubicBezTo>
                <a:cubicBezTo>
                  <a:pt x="1176823" y="-1409"/>
                  <a:pt x="900830" y="9989"/>
                  <a:pt x="713232" y="18288"/>
                </a:cubicBezTo>
                <a:cubicBezTo>
                  <a:pt x="525634" y="26587"/>
                  <a:pt x="282837" y="5724"/>
                  <a:pt x="0" y="18288"/>
                </a:cubicBezTo>
                <a:cubicBezTo>
                  <a:pt x="367" y="13143"/>
                  <a:pt x="-823" y="58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3CFFCDC-22C5-887F-49B4-F1CF4FC915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54294" y="4777739"/>
            <a:ext cx="6897626" cy="139922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 single EC2 instance cannot handle high traffic efficiently.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Even if we had multiple instances, traffic cannot be distributed evenly.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There is no backup for posts if they become corrupted.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Scalable storage is essential for future growth. </a:t>
            </a:r>
          </a:p>
        </p:txBody>
      </p:sp>
    </p:spTree>
    <p:extLst>
      <p:ext uri="{BB962C8B-B14F-4D97-AF65-F5344CB8AC3E}">
        <p14:creationId xmlns:p14="http://schemas.microsoft.com/office/powerpoint/2010/main" val="1848241694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Systematic Problem Solving and the Psychology of Problem Learning | Mike  Denison">
            <a:extLst>
              <a:ext uri="{FF2B5EF4-FFF2-40B4-BE49-F238E27FC236}">
                <a16:creationId xmlns:a16="http://schemas.microsoft.com/office/drawing/2014/main" id="{D9E948B3-FF5C-91ED-92D0-D216152F7EB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34" b="6479"/>
          <a:stretch/>
        </p:blipFill>
        <p:spPr bwMode="auto">
          <a:xfrm>
            <a:off x="20" y="-17574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82CAC25-C091-6DFC-82A8-3A0CB9D75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5077" y="2874200"/>
            <a:ext cx="5190907" cy="1028395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8800" b="1" dirty="0">
                <a:solidFill>
                  <a:srgbClr val="FFFFF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Solution?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A55F65-2E7F-46F9-45F7-CDCF677F8B1C}"/>
              </a:ext>
            </a:extLst>
          </p:cNvPr>
          <p:cNvSpPr txBox="1">
            <a:spLocks/>
          </p:cNvSpPr>
          <p:nvPr/>
        </p:nvSpPr>
        <p:spPr>
          <a:xfrm>
            <a:off x="635193" y="1359944"/>
            <a:ext cx="3841411" cy="594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Elastic Load Balancing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BFA7D2-D838-08F5-05F3-162DDB115FC7}"/>
              </a:ext>
            </a:extLst>
          </p:cNvPr>
          <p:cNvSpPr txBox="1"/>
          <p:nvPr/>
        </p:nvSpPr>
        <p:spPr>
          <a:xfrm>
            <a:off x="995253" y="4442312"/>
            <a:ext cx="61250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SG" sz="3200" b="1" dirty="0">
                <a:latin typeface="Aharoni" panose="02010803020104030203" pitchFamily="2" charset="-79"/>
                <a:cs typeface="Aharoni" panose="02010803020104030203" pitchFamily="2" charset="-79"/>
              </a:rPr>
              <a:t>S3 storage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110C5C-1A60-9B69-3722-A8EF033E99E4}"/>
              </a:ext>
            </a:extLst>
          </p:cNvPr>
          <p:cNvSpPr txBox="1"/>
          <p:nvPr/>
        </p:nvSpPr>
        <p:spPr>
          <a:xfrm>
            <a:off x="8576862" y="1359944"/>
            <a:ext cx="290548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SG" sz="3200" b="1" dirty="0">
                <a:latin typeface="Aharoni" panose="02010803020104030203" pitchFamily="2" charset="-79"/>
                <a:cs typeface="Aharoni" panose="02010803020104030203" pitchFamily="2" charset="-79"/>
              </a:rPr>
              <a:t>Elastic Block store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90DE1C-66C7-56A9-40C6-687D14E1C43C}"/>
              </a:ext>
            </a:extLst>
          </p:cNvPr>
          <p:cNvSpPr txBox="1"/>
          <p:nvPr/>
        </p:nvSpPr>
        <p:spPr>
          <a:xfrm>
            <a:off x="8653643" y="4463040"/>
            <a:ext cx="2730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SG" sz="3200" b="1" dirty="0">
                <a:latin typeface="Aharoni" panose="02010803020104030203" pitchFamily="2" charset="-79"/>
                <a:cs typeface="Aharoni" panose="02010803020104030203" pitchFamily="2" charset="-79"/>
              </a:rPr>
              <a:t>Auto Scaling</a:t>
            </a:r>
          </a:p>
        </p:txBody>
      </p:sp>
    </p:spTree>
    <p:extLst>
      <p:ext uri="{BB962C8B-B14F-4D97-AF65-F5344CB8AC3E}">
        <p14:creationId xmlns:p14="http://schemas.microsoft.com/office/powerpoint/2010/main" val="584778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1" grpId="0"/>
      <p:bldP spid="13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3" name="Rectangle 615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BDAF75-B1F8-4133-1AD7-8D46D967E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SG" sz="5400" dirty="0"/>
              <a:t>Auto Scaling</a:t>
            </a:r>
          </a:p>
        </p:txBody>
      </p:sp>
      <p:sp>
        <p:nvSpPr>
          <p:cNvPr id="6155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0" name="Content Placeholder 6149">
            <a:extLst>
              <a:ext uri="{FF2B5EF4-FFF2-40B4-BE49-F238E27FC236}">
                <a16:creationId xmlns:a16="http://schemas.microsoft.com/office/drawing/2014/main" id="{D9F82796-18BB-2AC7-9D44-61B7FAE5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 fontScale="92500" lnSpcReduction="20000"/>
          </a:bodyPr>
          <a:lstStyle/>
          <a:p>
            <a:r>
              <a:rPr lang="en-US" sz="1600" b="1" dirty="0"/>
              <a:t>Automatic Scaling</a:t>
            </a:r>
            <a:r>
              <a:rPr lang="en-US" sz="1600" dirty="0"/>
              <a:t> – New EC2 instances are launched when CPU usage increases.</a:t>
            </a:r>
          </a:p>
          <a:p>
            <a:r>
              <a:rPr lang="en-US" sz="1600" dirty="0"/>
              <a:t> </a:t>
            </a:r>
            <a:r>
              <a:rPr lang="en-US" sz="1600" b="1" dirty="0"/>
              <a:t>Cost Efficiency</a:t>
            </a:r>
            <a:r>
              <a:rPr lang="en-US" sz="1600" dirty="0"/>
              <a:t> – Shuts down unused instances during off-peak hours.</a:t>
            </a:r>
          </a:p>
          <a:p>
            <a:r>
              <a:rPr lang="en-US" sz="1600" dirty="0"/>
              <a:t> </a:t>
            </a:r>
            <a:r>
              <a:rPr lang="en-US" sz="1600" b="1" dirty="0"/>
              <a:t>High Availability</a:t>
            </a:r>
            <a:r>
              <a:rPr lang="en-US" sz="1600" dirty="0"/>
              <a:t> – Ensures the application remains accessible at all times.</a:t>
            </a:r>
          </a:p>
          <a:p>
            <a:r>
              <a:rPr lang="en-US" sz="1600" b="1" dirty="0"/>
              <a:t>Fault Tolerance</a:t>
            </a:r>
            <a:r>
              <a:rPr lang="en-US" sz="1600" dirty="0"/>
              <a:t> – Replaces failed EC2 instances automatically.</a:t>
            </a:r>
          </a:p>
          <a:p>
            <a:r>
              <a:rPr lang="en-US" sz="1600" b="1" dirty="0"/>
              <a:t>Seamless Load Balancing</a:t>
            </a:r>
            <a:r>
              <a:rPr lang="en-US" sz="1600" dirty="0"/>
              <a:t> – Works with ELB to distribute traffic evenly.</a:t>
            </a:r>
          </a:p>
          <a:p>
            <a:r>
              <a:rPr lang="en-US" sz="1600" dirty="0"/>
              <a:t>Works with Cloud watch to create alerts</a:t>
            </a:r>
          </a:p>
          <a:p>
            <a:endParaRPr lang="en-US" sz="2200" dirty="0"/>
          </a:p>
        </p:txBody>
      </p:sp>
      <p:pic>
        <p:nvPicPr>
          <p:cNvPr id="6146" name="Picture 2" descr="What is Amazon EC2 Auto Scaling? - Amazon EC2 Auto Scaling">
            <a:extLst>
              <a:ext uri="{FF2B5EF4-FFF2-40B4-BE49-F238E27FC236}">
                <a16:creationId xmlns:a16="http://schemas.microsoft.com/office/drawing/2014/main" id="{418D1C1E-FCB0-4856-ABE6-353B778598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72421" y="640080"/>
            <a:ext cx="6467469" cy="5577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E93C140-1BCA-F52C-AF8D-4545095D6D5C}"/>
              </a:ext>
            </a:extLst>
          </p:cNvPr>
          <p:cNvSpPr/>
          <p:nvPr/>
        </p:nvSpPr>
        <p:spPr>
          <a:xfrm>
            <a:off x="8452964" y="3678539"/>
            <a:ext cx="593313" cy="59331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6AA6B44-F41D-4F7D-1F75-31D06501D78D}"/>
              </a:ext>
            </a:extLst>
          </p:cNvPr>
          <p:cNvSpPr/>
          <p:nvPr/>
        </p:nvSpPr>
        <p:spPr>
          <a:xfrm>
            <a:off x="8452963" y="4438213"/>
            <a:ext cx="593313" cy="59331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4F0EF88-5EC8-C649-4569-DB1070476BE1}"/>
              </a:ext>
            </a:extLst>
          </p:cNvPr>
          <p:cNvSpPr/>
          <p:nvPr/>
        </p:nvSpPr>
        <p:spPr>
          <a:xfrm>
            <a:off x="9321816" y="3678538"/>
            <a:ext cx="593313" cy="59331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18DA1E6-387D-FB76-5A0A-30C62C886646}"/>
              </a:ext>
            </a:extLst>
          </p:cNvPr>
          <p:cNvSpPr/>
          <p:nvPr/>
        </p:nvSpPr>
        <p:spPr>
          <a:xfrm>
            <a:off x="9338012" y="4438213"/>
            <a:ext cx="593313" cy="59331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65D9062-1EA0-B50F-E6F0-A4F0C9637E1C}"/>
              </a:ext>
            </a:extLst>
          </p:cNvPr>
          <p:cNvSpPr/>
          <p:nvPr/>
        </p:nvSpPr>
        <p:spPr>
          <a:xfrm>
            <a:off x="7499186" y="3639564"/>
            <a:ext cx="638860" cy="67125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E829F73-4B85-0D86-8C59-ED9B3DF8134E}"/>
              </a:ext>
            </a:extLst>
          </p:cNvPr>
          <p:cNvSpPr/>
          <p:nvPr/>
        </p:nvSpPr>
        <p:spPr>
          <a:xfrm>
            <a:off x="7499186" y="4438213"/>
            <a:ext cx="638860" cy="67125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51B53C9-4746-582D-6AFA-2C959FA26369}"/>
              </a:ext>
            </a:extLst>
          </p:cNvPr>
          <p:cNvSpPr/>
          <p:nvPr/>
        </p:nvSpPr>
        <p:spPr>
          <a:xfrm>
            <a:off x="8410501" y="3614550"/>
            <a:ext cx="638860" cy="67125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BBA9718-0036-4DC5-FA28-3E0920937A24}"/>
              </a:ext>
            </a:extLst>
          </p:cNvPr>
          <p:cNvSpPr/>
          <p:nvPr/>
        </p:nvSpPr>
        <p:spPr>
          <a:xfrm>
            <a:off x="8397324" y="4399239"/>
            <a:ext cx="638860" cy="67125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20B6FAD-8DB4-6BBB-2C3A-AB4026B79D90}"/>
              </a:ext>
            </a:extLst>
          </p:cNvPr>
          <p:cNvSpPr/>
          <p:nvPr/>
        </p:nvSpPr>
        <p:spPr>
          <a:xfrm>
            <a:off x="9321816" y="3639563"/>
            <a:ext cx="638860" cy="67125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1483C34-6A9C-2DAF-34AA-C68E7EA706B5}"/>
              </a:ext>
            </a:extLst>
          </p:cNvPr>
          <p:cNvSpPr/>
          <p:nvPr/>
        </p:nvSpPr>
        <p:spPr>
          <a:xfrm>
            <a:off x="9328478" y="4426575"/>
            <a:ext cx="638860" cy="67125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617703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79DB3-3111-2D67-D31D-1416B2402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How it was implemented</a:t>
            </a:r>
          </a:p>
        </p:txBody>
      </p:sp>
      <p:pic>
        <p:nvPicPr>
          <p:cNvPr id="4" name="Picture 6" descr="Urgent News GIFs - Find &amp; Share on GIPHY">
            <a:extLst>
              <a:ext uri="{FF2B5EF4-FFF2-40B4-BE49-F238E27FC236}">
                <a16:creationId xmlns:a16="http://schemas.microsoft.com/office/drawing/2014/main" id="{FE815D63-E48B-CB49-F1DD-D48D045D2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7927" y="1496440"/>
            <a:ext cx="5023964" cy="289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>
            <a:extLst>
              <a:ext uri="{FF2B5EF4-FFF2-40B4-BE49-F238E27FC236}">
                <a16:creationId xmlns:a16="http://schemas.microsoft.com/office/drawing/2014/main" id="{9106C06B-2521-C18E-8548-3C4541439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9549" y="4759689"/>
            <a:ext cx="1237839" cy="1237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B95DCD3-8F6E-13A9-DD13-90BF9848AB63}"/>
              </a:ext>
            </a:extLst>
          </p:cNvPr>
          <p:cNvGrpSpPr/>
          <p:nvPr/>
        </p:nvGrpSpPr>
        <p:grpSpPr>
          <a:xfrm>
            <a:off x="10084546" y="4536869"/>
            <a:ext cx="1237839" cy="1190880"/>
            <a:chOff x="10983430" y="4069198"/>
            <a:chExt cx="562320" cy="119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79A3F47-75C8-F05F-B018-EC476715C85F}"/>
                    </a:ext>
                  </a:extLst>
                </p14:cNvPr>
                <p14:cNvContentPartPr/>
                <p14:nvPr/>
              </p14:nvContentPartPr>
              <p14:xfrm>
                <a:off x="10983430" y="4069198"/>
                <a:ext cx="562320" cy="1047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6727D73-85CD-65CF-E2B4-C1CF30BA10B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979503" y="4060558"/>
                  <a:ext cx="570337" cy="10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DB2029F-2572-100E-362F-D46370D298AC}"/>
                    </a:ext>
                  </a:extLst>
                </p14:cNvPr>
                <p14:cNvContentPartPr/>
                <p14:nvPr/>
              </p14:nvContentPartPr>
              <p14:xfrm>
                <a:off x="10993510" y="5000158"/>
                <a:ext cx="160200" cy="81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493892D-3F41-FC9A-F56B-62AC71E1D5D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989415" y="4991158"/>
                  <a:ext cx="168226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5CF18A3-7213-17C6-99F5-40E25CD69206}"/>
                    </a:ext>
                  </a:extLst>
                </p14:cNvPr>
                <p14:cNvContentPartPr/>
                <p14:nvPr/>
              </p14:nvContentPartPr>
              <p14:xfrm>
                <a:off x="11007550" y="5109238"/>
                <a:ext cx="93600" cy="150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2EE6900-8C19-FD00-F45D-689776F521E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003616" y="5100238"/>
                  <a:ext cx="101632" cy="1684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0" name="Picture 6" descr="Urgent News GIFs - Find &amp; Share on GIPHY">
            <a:extLst>
              <a:ext uri="{FF2B5EF4-FFF2-40B4-BE49-F238E27FC236}">
                <a16:creationId xmlns:a16="http://schemas.microsoft.com/office/drawing/2014/main" id="{4448CEB9-3AA6-5668-ED85-19301000E9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6039" y="4367728"/>
            <a:ext cx="1127876" cy="649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Urgent News GIFs - Find &amp; Share on GIPHY">
            <a:extLst>
              <a:ext uri="{FF2B5EF4-FFF2-40B4-BE49-F238E27FC236}">
                <a16:creationId xmlns:a16="http://schemas.microsoft.com/office/drawing/2014/main" id="{FF9221C1-0CBF-E591-F94E-57439216ED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7720" y="4403050"/>
            <a:ext cx="1127876" cy="649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Urgent News GIFs - Find &amp; Share on GIPHY">
            <a:extLst>
              <a:ext uri="{FF2B5EF4-FFF2-40B4-BE49-F238E27FC236}">
                <a16:creationId xmlns:a16="http://schemas.microsoft.com/office/drawing/2014/main" id="{DD9E07FC-9562-3258-AB84-8D3907544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6052" y="4409576"/>
            <a:ext cx="1127876" cy="649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Urgent News GIFs - Find &amp; Share on GIPHY">
            <a:extLst>
              <a:ext uri="{FF2B5EF4-FFF2-40B4-BE49-F238E27FC236}">
                <a16:creationId xmlns:a16="http://schemas.microsoft.com/office/drawing/2014/main" id="{2E11A65E-30D0-F26B-7859-FF0FD50D51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6886" y="4472417"/>
            <a:ext cx="1127876" cy="649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Urgent News GIFs - Find &amp; Share on GIPHY">
            <a:extLst>
              <a:ext uri="{FF2B5EF4-FFF2-40B4-BE49-F238E27FC236}">
                <a16:creationId xmlns:a16="http://schemas.microsoft.com/office/drawing/2014/main" id="{9C3213A1-730A-3E8D-99F7-834E2B5798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7708" y="4362527"/>
            <a:ext cx="1127876" cy="649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C3B371A-9517-CD45-47B9-36DCD19AE2CC}"/>
              </a:ext>
            </a:extLst>
          </p:cNvPr>
          <p:cNvSpPr/>
          <p:nvPr/>
        </p:nvSpPr>
        <p:spPr>
          <a:xfrm>
            <a:off x="9797930" y="1686395"/>
            <a:ext cx="1604024" cy="13122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2EB4DA-18A3-892B-D18D-29B209B0FA80}"/>
              </a:ext>
            </a:extLst>
          </p:cNvPr>
          <p:cNvSpPr txBox="1"/>
          <p:nvPr/>
        </p:nvSpPr>
        <p:spPr>
          <a:xfrm>
            <a:off x="9486027" y="1690688"/>
            <a:ext cx="21495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3600" b="1" dirty="0">
                <a:solidFill>
                  <a:schemeClr val="bg1"/>
                </a:solidFill>
              </a:rPr>
              <a:t>NP NEWS</a:t>
            </a:r>
          </a:p>
        </p:txBody>
      </p:sp>
      <p:pic>
        <p:nvPicPr>
          <p:cNvPr id="17" name="Picture 12" descr="Comparing EC2 Instance Types: Finding the Right Fit for Your Workload | by  Muhammad Bilal | Medium">
            <a:extLst>
              <a:ext uri="{FF2B5EF4-FFF2-40B4-BE49-F238E27FC236}">
                <a16:creationId xmlns:a16="http://schemas.microsoft.com/office/drawing/2014/main" id="{8F54EF39-5DE4-05B2-379A-058FEAB647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7166" y="3029699"/>
            <a:ext cx="1930521" cy="1272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2" descr="Comparing EC2 Instance Types: Finding the Right Fit for Your Workload | by  Muhammad Bilal | Medium">
            <a:extLst>
              <a:ext uri="{FF2B5EF4-FFF2-40B4-BE49-F238E27FC236}">
                <a16:creationId xmlns:a16="http://schemas.microsoft.com/office/drawing/2014/main" id="{ABA60DDF-97F4-97AE-0089-2C82134946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7165" y="5303892"/>
            <a:ext cx="1930521" cy="1272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6" descr="Phone Cartoon Images - Free Download on Freepik">
            <a:extLst>
              <a:ext uri="{FF2B5EF4-FFF2-40B4-BE49-F238E27FC236}">
                <a16:creationId xmlns:a16="http://schemas.microsoft.com/office/drawing/2014/main" id="{04F98224-6D0F-A0AC-FF4C-BA1836F1EA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1085" y="3138370"/>
            <a:ext cx="586098" cy="586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6" descr="Phone Cartoon Images - Free Download on Freepik">
            <a:extLst>
              <a:ext uri="{FF2B5EF4-FFF2-40B4-BE49-F238E27FC236}">
                <a16:creationId xmlns:a16="http://schemas.microsoft.com/office/drawing/2014/main" id="{1F009361-FE57-36A9-AE10-F807EB1A95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2796" y="2304919"/>
            <a:ext cx="586098" cy="586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6" descr="Phone Cartoon Images - Free Download on Freepik">
            <a:extLst>
              <a:ext uri="{FF2B5EF4-FFF2-40B4-BE49-F238E27FC236}">
                <a16:creationId xmlns:a16="http://schemas.microsoft.com/office/drawing/2014/main" id="{CBBEEE19-5E2E-1C56-6E50-49B3EF335A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2767" y="1809615"/>
            <a:ext cx="586098" cy="586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6" descr="Phone Cartoon Images - Free Download on Freepik">
            <a:extLst>
              <a:ext uri="{FF2B5EF4-FFF2-40B4-BE49-F238E27FC236}">
                <a16:creationId xmlns:a16="http://schemas.microsoft.com/office/drawing/2014/main" id="{B4E51589-6610-CB8D-2B41-5C55047CF5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391" y="1804764"/>
            <a:ext cx="586098" cy="586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227E2FF-1719-3A37-1E70-8CE27E45D4E3}"/>
              </a:ext>
            </a:extLst>
          </p:cNvPr>
          <p:cNvCxnSpPr>
            <a:cxnSpLocks/>
          </p:cNvCxnSpPr>
          <p:nvPr/>
        </p:nvCxnSpPr>
        <p:spPr>
          <a:xfrm flipH="1" flipV="1">
            <a:off x="3676771" y="2572877"/>
            <a:ext cx="752414" cy="1105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00F723C-94EB-6AAF-E03C-ABD6358B039F}"/>
              </a:ext>
            </a:extLst>
          </p:cNvPr>
          <p:cNvCxnSpPr>
            <a:cxnSpLocks/>
          </p:cNvCxnSpPr>
          <p:nvPr/>
        </p:nvCxnSpPr>
        <p:spPr>
          <a:xfrm flipH="1">
            <a:off x="2046829" y="3665810"/>
            <a:ext cx="2380916" cy="31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2F9C313-5686-FD4E-2C42-785B899B4236}"/>
              </a:ext>
            </a:extLst>
          </p:cNvPr>
          <p:cNvCxnSpPr>
            <a:cxnSpLocks/>
          </p:cNvCxnSpPr>
          <p:nvPr/>
        </p:nvCxnSpPr>
        <p:spPr>
          <a:xfrm flipH="1" flipV="1">
            <a:off x="2146122" y="2958653"/>
            <a:ext cx="2281623" cy="7093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A206C0B-7112-9514-D725-892D3FFD0199}"/>
              </a:ext>
            </a:extLst>
          </p:cNvPr>
          <p:cNvCxnSpPr>
            <a:cxnSpLocks/>
          </p:cNvCxnSpPr>
          <p:nvPr/>
        </p:nvCxnSpPr>
        <p:spPr>
          <a:xfrm flipH="1" flipV="1">
            <a:off x="2978434" y="2527077"/>
            <a:ext cx="1396673" cy="11409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12" descr="Comparing EC2 Instance Types: Finding the Right Fit for Your Workload | by  Muhammad Bilal | Medium">
            <a:extLst>
              <a:ext uri="{FF2B5EF4-FFF2-40B4-BE49-F238E27FC236}">
                <a16:creationId xmlns:a16="http://schemas.microsoft.com/office/drawing/2014/main" id="{6E338EC6-43C7-1F06-C322-38C5FC31A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7164" y="4135362"/>
            <a:ext cx="1930521" cy="1272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6" descr="Phone Cartoon Images - Free Download on Freepik">
            <a:extLst>
              <a:ext uri="{FF2B5EF4-FFF2-40B4-BE49-F238E27FC236}">
                <a16:creationId xmlns:a16="http://schemas.microsoft.com/office/drawing/2014/main" id="{039E46D2-B850-0635-6D49-F81F1A9C3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2732" y="4409576"/>
            <a:ext cx="586098" cy="586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5216C9B-115E-6E67-DEA7-84393B0AA2EF}"/>
              </a:ext>
            </a:extLst>
          </p:cNvPr>
          <p:cNvCxnSpPr>
            <a:cxnSpLocks/>
          </p:cNvCxnSpPr>
          <p:nvPr/>
        </p:nvCxnSpPr>
        <p:spPr>
          <a:xfrm flipH="1">
            <a:off x="2497733" y="4728910"/>
            <a:ext cx="2124477" cy="736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8BDBA2F-F87D-C30A-E1B3-8137E5316895}"/>
              </a:ext>
            </a:extLst>
          </p:cNvPr>
          <p:cNvCxnSpPr>
            <a:cxnSpLocks/>
            <a:endCxn id="36" idx="3"/>
          </p:cNvCxnSpPr>
          <p:nvPr/>
        </p:nvCxnSpPr>
        <p:spPr>
          <a:xfrm flipH="1" flipV="1">
            <a:off x="2388830" y="4702625"/>
            <a:ext cx="2226635" cy="116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Picture 16" descr="Phone Cartoon Images - Free Download on Freepik">
            <a:extLst>
              <a:ext uri="{FF2B5EF4-FFF2-40B4-BE49-F238E27FC236}">
                <a16:creationId xmlns:a16="http://schemas.microsoft.com/office/drawing/2014/main" id="{571C3D66-6F32-0595-63DA-8F5B61676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9979" y="5172150"/>
            <a:ext cx="586098" cy="586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6" descr="Urgent News GIFs - Find &amp; Share on GIPHY">
            <a:extLst>
              <a:ext uri="{FF2B5EF4-FFF2-40B4-BE49-F238E27FC236}">
                <a16:creationId xmlns:a16="http://schemas.microsoft.com/office/drawing/2014/main" id="{EEB32E5A-B877-7AF8-54E5-B2E92B24FE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1270" y="4403050"/>
            <a:ext cx="1127876" cy="649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516016E6-33FE-0AC1-18F7-1D5E5A0B4F95}"/>
                  </a:ext>
                </a:extLst>
              </p14:cNvPr>
              <p14:cNvContentPartPr/>
              <p14:nvPr/>
            </p14:nvContentPartPr>
            <p14:xfrm>
              <a:off x="5569750" y="3740878"/>
              <a:ext cx="119160" cy="19584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516016E6-33FE-0AC1-18F7-1D5E5A0B4F9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561110" y="3732238"/>
                <a:ext cx="13680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741D95B5-1B54-A020-877B-73BBCD76F616}"/>
                  </a:ext>
                </a:extLst>
              </p14:cNvPr>
              <p14:cNvContentPartPr/>
              <p14:nvPr/>
            </p14:nvContentPartPr>
            <p14:xfrm>
              <a:off x="5700070" y="3765358"/>
              <a:ext cx="2892600" cy="17913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741D95B5-1B54-A020-877B-73BBCD76F61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691430" y="3756718"/>
                <a:ext cx="2910240" cy="180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02EBF021-AF52-1917-4DD4-BFA5DBADB86A}"/>
                  </a:ext>
                </a:extLst>
              </p14:cNvPr>
              <p14:cNvContentPartPr/>
              <p14:nvPr/>
            </p14:nvContentPartPr>
            <p14:xfrm>
              <a:off x="5695750" y="3719638"/>
              <a:ext cx="281160" cy="961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02EBF021-AF52-1917-4DD4-BFA5DBADB86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686750" y="3710998"/>
                <a:ext cx="298800" cy="11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7EFDE7D1-13A1-B573-22C2-D9FBD6DB79F9}"/>
              </a:ext>
            </a:extLst>
          </p:cNvPr>
          <p:cNvGrpSpPr/>
          <p:nvPr/>
        </p:nvGrpSpPr>
        <p:grpSpPr>
          <a:xfrm>
            <a:off x="5527990" y="4799638"/>
            <a:ext cx="691200" cy="1161720"/>
            <a:chOff x="5527990" y="4799638"/>
            <a:chExt cx="691200" cy="116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B915BD1-FCB2-0C66-D729-6BBF22BC0728}"/>
                    </a:ext>
                  </a:extLst>
                </p14:cNvPr>
                <p14:cNvContentPartPr/>
                <p14:nvPr/>
              </p14:nvContentPartPr>
              <p14:xfrm>
                <a:off x="5612950" y="4891438"/>
                <a:ext cx="495000" cy="648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B915BD1-FCB2-0C66-D729-6BBF22BC072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603950" y="4882438"/>
                  <a:ext cx="5126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5AA246C-50DF-3E61-67E3-4C0AA79C9DB7}"/>
                    </a:ext>
                  </a:extLst>
                </p14:cNvPr>
                <p14:cNvContentPartPr/>
                <p14:nvPr/>
              </p14:nvContentPartPr>
              <p14:xfrm>
                <a:off x="5569750" y="4799638"/>
                <a:ext cx="227520" cy="932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5AA246C-50DF-3E61-67E3-4C0AA79C9DB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561110" y="4790998"/>
                  <a:ext cx="2451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F5B2F6F-56C7-6035-C025-925DE51BCAE5}"/>
                    </a:ext>
                  </a:extLst>
                </p14:cNvPr>
                <p14:cNvContentPartPr/>
                <p14:nvPr/>
              </p14:nvContentPartPr>
              <p14:xfrm>
                <a:off x="5590990" y="4892878"/>
                <a:ext cx="120960" cy="1515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F5B2F6F-56C7-6035-C025-925DE51BCAE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581990" y="4883878"/>
                  <a:ext cx="1386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6FB3727-78D5-103C-B3C2-14C2E00B8349}"/>
                    </a:ext>
                  </a:extLst>
                </p14:cNvPr>
                <p14:cNvContentPartPr/>
                <p14:nvPr/>
              </p14:nvContentPartPr>
              <p14:xfrm>
                <a:off x="6107230" y="4941838"/>
                <a:ext cx="111960" cy="136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6FB3727-78D5-103C-B3C2-14C2E00B834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098590" y="4932838"/>
                  <a:ext cx="1296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AA8D01E-6468-1BC0-AF83-7576F20807E0}"/>
                    </a:ext>
                  </a:extLst>
                </p14:cNvPr>
                <p14:cNvContentPartPr/>
                <p14:nvPr/>
              </p14:nvContentPartPr>
              <p14:xfrm>
                <a:off x="5535910" y="4983598"/>
                <a:ext cx="669600" cy="8942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AA8D01E-6468-1BC0-AF83-7576F20807E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526910" y="4974958"/>
                  <a:ext cx="687240" cy="91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8A38157-25DB-275C-481D-7F8E2A42B898}"/>
                    </a:ext>
                  </a:extLst>
                </p14:cNvPr>
                <p14:cNvContentPartPr/>
                <p14:nvPr/>
              </p14:nvContentPartPr>
              <p14:xfrm>
                <a:off x="5527990" y="5709358"/>
                <a:ext cx="153000" cy="1688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8A38157-25DB-275C-481D-7F8E2A42B89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518990" y="5700718"/>
                  <a:ext cx="1706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9643A03-3268-4F20-737A-8E8644C52B3D}"/>
                    </a:ext>
                  </a:extLst>
                </p14:cNvPr>
                <p14:cNvContentPartPr/>
                <p14:nvPr/>
              </p14:nvContentPartPr>
              <p14:xfrm>
                <a:off x="5563270" y="5891158"/>
                <a:ext cx="187560" cy="702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9643A03-3268-4F20-737A-8E8644C52B3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554270" y="5882158"/>
                  <a:ext cx="205200" cy="87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36852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B64DA-A9E5-CF6B-7EFF-177D16B37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0285" y="741391"/>
            <a:ext cx="3443514" cy="1035675"/>
          </a:xfrm>
        </p:spPr>
        <p:txBody>
          <a:bodyPr anchor="b">
            <a:normAutofit/>
          </a:bodyPr>
          <a:lstStyle/>
          <a:p>
            <a:r>
              <a:rPr lang="en-SG" sz="3200" b="1" dirty="0"/>
              <a:t>Elastic Load Balancer</a:t>
            </a:r>
          </a:p>
        </p:txBody>
      </p:sp>
      <p:pic>
        <p:nvPicPr>
          <p:cNvPr id="4098" name="Picture 2" descr="AWS Elastic Load Balancer | AWS Load Balancer Types">
            <a:extLst>
              <a:ext uri="{FF2B5EF4-FFF2-40B4-BE49-F238E27FC236}">
                <a16:creationId xmlns:a16="http://schemas.microsoft.com/office/drawing/2014/main" id="{80E043CE-BC7B-D2D7-10B6-2ECBD31F07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7114" y="1410443"/>
            <a:ext cx="6449549" cy="3966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2" name="Content Placeholder 4101">
            <a:extLst>
              <a:ext uri="{FF2B5EF4-FFF2-40B4-BE49-F238E27FC236}">
                <a16:creationId xmlns:a16="http://schemas.microsoft.com/office/drawing/2014/main" id="{C5E1A6B2-14EC-1CB9-B260-91B90EE94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0285" y="2014836"/>
            <a:ext cx="3731588" cy="3966472"/>
          </a:xfrm>
        </p:spPr>
        <p:txBody>
          <a:bodyPr anchor="t"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High Availability &amp; Fault Tolerance</a:t>
            </a:r>
            <a:r>
              <a:rPr lang="en-US" sz="1400" dirty="0"/>
              <a:t> – Distributes traffic across multiple targets, ensuring minimal downtime.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Scalability</a:t>
            </a:r>
            <a:r>
              <a:rPr lang="en-US" sz="1400" dirty="0"/>
              <a:t> – Automatically adjusts to handle increased or decreased traffic loads.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Improved Performance</a:t>
            </a:r>
            <a:r>
              <a:rPr lang="en-US" sz="1400" dirty="0"/>
              <a:t> – Optimizes request routing to the healthiest targets.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Security Integration</a:t>
            </a:r>
            <a:r>
              <a:rPr lang="en-US" sz="1400" dirty="0"/>
              <a:t> – Supports SSL/TLS encryption and integrates with AWS WAF for protection.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Cost Efficiency</a:t>
            </a:r>
            <a:r>
              <a:rPr lang="en-US" sz="1400" dirty="0"/>
              <a:t> – Reduces the need for over-provisioning resources.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Supports Multiple Protocols</a:t>
            </a:r>
            <a:r>
              <a:rPr lang="en-US" sz="1400" dirty="0"/>
              <a:t> – Works with HTTP, HTTPS, TCP, and UDP.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Health Monitoring</a:t>
            </a:r>
            <a:r>
              <a:rPr lang="en-US" sz="1400" dirty="0"/>
              <a:t> – Continuously checks target health and reroutes traffic if a failure is detected.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Automatic Scaling</a:t>
            </a:r>
            <a:r>
              <a:rPr lang="en-US" sz="1400" dirty="0"/>
              <a:t> – Works with AWS Auto Scaling to adjust resources as needed.</a:t>
            </a:r>
          </a:p>
        </p:txBody>
      </p:sp>
      <p:grpSp>
        <p:nvGrpSpPr>
          <p:cNvPr id="4112" name="Group 4111">
            <a:extLst>
              <a:ext uri="{FF2B5EF4-FFF2-40B4-BE49-F238E27FC236}">
                <a16:creationId xmlns:a16="http://schemas.microsoft.com/office/drawing/2014/main" id="{31C49F18-8757-4E87-5C2E-9D6D7B82B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4113" name="Rectangle 4112">
              <a:extLst>
                <a:ext uri="{FF2B5EF4-FFF2-40B4-BE49-F238E27FC236}">
                  <a16:creationId xmlns:a16="http://schemas.microsoft.com/office/drawing/2014/main" id="{25C84D91-E5BF-B919-ACEF-4A25262CE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14" name="Rectangle 4113">
              <a:extLst>
                <a:ext uri="{FF2B5EF4-FFF2-40B4-BE49-F238E27FC236}">
                  <a16:creationId xmlns:a16="http://schemas.microsoft.com/office/drawing/2014/main" id="{DD889E38-27CA-E23F-B646-8D7B4BB17D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973062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912A1-97BE-50ED-1B21-4C3DE8415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630B5-2A62-29D1-C30B-78C1727B3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650" y="149622"/>
            <a:ext cx="10515600" cy="1325563"/>
          </a:xfrm>
        </p:spPr>
        <p:txBody>
          <a:bodyPr/>
          <a:lstStyle/>
          <a:p>
            <a:r>
              <a:rPr lang="en-SG" dirty="0"/>
              <a:t>How it was implemented</a:t>
            </a:r>
          </a:p>
        </p:txBody>
      </p:sp>
      <p:pic>
        <p:nvPicPr>
          <p:cNvPr id="4" name="Picture 6" descr="Urgent News GIFs - Find &amp; Share on GIPHY">
            <a:extLst>
              <a:ext uri="{FF2B5EF4-FFF2-40B4-BE49-F238E27FC236}">
                <a16:creationId xmlns:a16="http://schemas.microsoft.com/office/drawing/2014/main" id="{5079F1F0-4520-BE98-59AD-6E1ABE0C98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7927" y="1496440"/>
            <a:ext cx="5023964" cy="289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>
            <a:extLst>
              <a:ext uri="{FF2B5EF4-FFF2-40B4-BE49-F238E27FC236}">
                <a16:creationId xmlns:a16="http://schemas.microsoft.com/office/drawing/2014/main" id="{F691C017-CD99-CBCF-F1C9-2FB57BCC4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9549" y="4759689"/>
            <a:ext cx="1237839" cy="1237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514FF47A-7103-2F82-5706-EE8BDB6FE8A2}"/>
              </a:ext>
            </a:extLst>
          </p:cNvPr>
          <p:cNvGrpSpPr/>
          <p:nvPr/>
        </p:nvGrpSpPr>
        <p:grpSpPr>
          <a:xfrm>
            <a:off x="10084546" y="4536869"/>
            <a:ext cx="1237839" cy="1190880"/>
            <a:chOff x="10983430" y="4069198"/>
            <a:chExt cx="562320" cy="119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CF267D1-DEB0-651C-7CEA-DBA1317CB3B3}"/>
                    </a:ext>
                  </a:extLst>
                </p14:cNvPr>
                <p14:cNvContentPartPr/>
                <p14:nvPr/>
              </p14:nvContentPartPr>
              <p14:xfrm>
                <a:off x="10983430" y="4069198"/>
                <a:ext cx="562320" cy="1047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6727D73-85CD-65CF-E2B4-C1CF30BA10B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979503" y="4060558"/>
                  <a:ext cx="570337" cy="10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4880955-E582-6B1C-8484-CD14BA080F7D}"/>
                    </a:ext>
                  </a:extLst>
                </p14:cNvPr>
                <p14:cNvContentPartPr/>
                <p14:nvPr/>
              </p14:nvContentPartPr>
              <p14:xfrm>
                <a:off x="10993510" y="5000158"/>
                <a:ext cx="160200" cy="81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493892D-3F41-FC9A-F56B-62AC71E1D5D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989415" y="4991158"/>
                  <a:ext cx="168226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D7DB535-6917-0E6A-AB74-BBA6D9AB2E4C}"/>
                    </a:ext>
                  </a:extLst>
                </p14:cNvPr>
                <p14:cNvContentPartPr/>
                <p14:nvPr/>
              </p14:nvContentPartPr>
              <p14:xfrm>
                <a:off x="11007550" y="5109238"/>
                <a:ext cx="93600" cy="150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2EE6900-8C19-FD00-F45D-689776F521E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003616" y="5100238"/>
                  <a:ext cx="101632" cy="1684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0" name="Picture 6" descr="Urgent News GIFs - Find &amp; Share on GIPHY">
            <a:extLst>
              <a:ext uri="{FF2B5EF4-FFF2-40B4-BE49-F238E27FC236}">
                <a16:creationId xmlns:a16="http://schemas.microsoft.com/office/drawing/2014/main" id="{EB769003-8B73-5175-8B07-A98E6295B1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6039" y="4367728"/>
            <a:ext cx="1127876" cy="649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Urgent News GIFs - Find &amp; Share on GIPHY">
            <a:extLst>
              <a:ext uri="{FF2B5EF4-FFF2-40B4-BE49-F238E27FC236}">
                <a16:creationId xmlns:a16="http://schemas.microsoft.com/office/drawing/2014/main" id="{16DE155D-22B0-DE03-F575-4CDE96277C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7720" y="4403050"/>
            <a:ext cx="1127876" cy="649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Urgent News GIFs - Find &amp; Share on GIPHY">
            <a:extLst>
              <a:ext uri="{FF2B5EF4-FFF2-40B4-BE49-F238E27FC236}">
                <a16:creationId xmlns:a16="http://schemas.microsoft.com/office/drawing/2014/main" id="{5647C2DE-8CC7-3E4B-D31B-825F3516E2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6052" y="4409576"/>
            <a:ext cx="1127876" cy="649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Urgent News GIFs - Find &amp; Share on GIPHY">
            <a:extLst>
              <a:ext uri="{FF2B5EF4-FFF2-40B4-BE49-F238E27FC236}">
                <a16:creationId xmlns:a16="http://schemas.microsoft.com/office/drawing/2014/main" id="{651F9BB3-7210-5425-F39F-87F6E93FC5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6886" y="4472417"/>
            <a:ext cx="1127876" cy="649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Urgent News GIFs - Find &amp; Share on GIPHY">
            <a:extLst>
              <a:ext uri="{FF2B5EF4-FFF2-40B4-BE49-F238E27FC236}">
                <a16:creationId xmlns:a16="http://schemas.microsoft.com/office/drawing/2014/main" id="{4ECF7B30-9808-2935-FA35-396F4C976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7708" y="4362527"/>
            <a:ext cx="1127876" cy="649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DA11F45-7EA9-9E6C-6484-232F6F84590B}"/>
              </a:ext>
            </a:extLst>
          </p:cNvPr>
          <p:cNvSpPr/>
          <p:nvPr/>
        </p:nvSpPr>
        <p:spPr>
          <a:xfrm>
            <a:off x="9797930" y="1686395"/>
            <a:ext cx="1604024" cy="13122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C30F77-3E2D-17F2-600B-4006852819D4}"/>
              </a:ext>
            </a:extLst>
          </p:cNvPr>
          <p:cNvSpPr txBox="1"/>
          <p:nvPr/>
        </p:nvSpPr>
        <p:spPr>
          <a:xfrm>
            <a:off x="9486027" y="1690688"/>
            <a:ext cx="21495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3600" b="1" dirty="0">
                <a:solidFill>
                  <a:schemeClr val="bg1"/>
                </a:solidFill>
              </a:rPr>
              <a:t>NP NEWS</a:t>
            </a:r>
          </a:p>
        </p:txBody>
      </p:sp>
      <p:pic>
        <p:nvPicPr>
          <p:cNvPr id="17" name="Picture 12" descr="Comparing EC2 Instance Types: Finding the Right Fit for Your Workload | by  Muhammad Bilal | Medium">
            <a:extLst>
              <a:ext uri="{FF2B5EF4-FFF2-40B4-BE49-F238E27FC236}">
                <a16:creationId xmlns:a16="http://schemas.microsoft.com/office/drawing/2014/main" id="{62192E10-6D47-538B-7D7E-6C9360F3AD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603" y="2883785"/>
            <a:ext cx="1930521" cy="1272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2" descr="Comparing EC2 Instance Types: Finding the Right Fit for Your Workload | by  Muhammad Bilal | Medium">
            <a:extLst>
              <a:ext uri="{FF2B5EF4-FFF2-40B4-BE49-F238E27FC236}">
                <a16:creationId xmlns:a16="http://schemas.microsoft.com/office/drawing/2014/main" id="{B969D7CF-81EA-CBEF-41CA-D78DC97E0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7165" y="5303892"/>
            <a:ext cx="1930521" cy="1272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6" descr="Phone Cartoon Images - Free Download on Freepik">
            <a:extLst>
              <a:ext uri="{FF2B5EF4-FFF2-40B4-BE49-F238E27FC236}">
                <a16:creationId xmlns:a16="http://schemas.microsoft.com/office/drawing/2014/main" id="{8A743C7B-2ECF-A6B2-FCE8-D19322354B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1085" y="3138370"/>
            <a:ext cx="586098" cy="586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6" descr="Phone Cartoon Images - Free Download on Freepik">
            <a:extLst>
              <a:ext uri="{FF2B5EF4-FFF2-40B4-BE49-F238E27FC236}">
                <a16:creationId xmlns:a16="http://schemas.microsoft.com/office/drawing/2014/main" id="{3197419D-FEF3-377A-D1BB-A2DD10AB30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2796" y="2304919"/>
            <a:ext cx="586098" cy="586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6" descr="Phone Cartoon Images - Free Download on Freepik">
            <a:extLst>
              <a:ext uri="{FF2B5EF4-FFF2-40B4-BE49-F238E27FC236}">
                <a16:creationId xmlns:a16="http://schemas.microsoft.com/office/drawing/2014/main" id="{A3D3C23F-7E9A-8BA2-E0B7-016F8E39D1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2767" y="1809615"/>
            <a:ext cx="586098" cy="586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6" descr="Phone Cartoon Images - Free Download on Freepik">
            <a:extLst>
              <a:ext uri="{FF2B5EF4-FFF2-40B4-BE49-F238E27FC236}">
                <a16:creationId xmlns:a16="http://schemas.microsoft.com/office/drawing/2014/main" id="{6C05FD47-CF0A-C6AB-D66E-96E1AD2BA7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391" y="1804764"/>
            <a:ext cx="586098" cy="586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7C8BC14-78FE-28BA-DB72-F4A7D4B86768}"/>
              </a:ext>
            </a:extLst>
          </p:cNvPr>
          <p:cNvCxnSpPr>
            <a:cxnSpLocks/>
          </p:cNvCxnSpPr>
          <p:nvPr/>
        </p:nvCxnSpPr>
        <p:spPr>
          <a:xfrm flipH="1" flipV="1">
            <a:off x="3727247" y="2535411"/>
            <a:ext cx="605933" cy="1108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F3320E7-0FC3-0A89-9CFE-76827D9C9DF0}"/>
              </a:ext>
            </a:extLst>
          </p:cNvPr>
          <p:cNvCxnSpPr>
            <a:cxnSpLocks/>
          </p:cNvCxnSpPr>
          <p:nvPr/>
        </p:nvCxnSpPr>
        <p:spPr>
          <a:xfrm flipH="1">
            <a:off x="2046829" y="3665810"/>
            <a:ext cx="2380916" cy="31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FC8B770-861D-EB0E-6964-943AE28B2CDE}"/>
              </a:ext>
            </a:extLst>
          </p:cNvPr>
          <p:cNvCxnSpPr>
            <a:cxnSpLocks/>
          </p:cNvCxnSpPr>
          <p:nvPr/>
        </p:nvCxnSpPr>
        <p:spPr>
          <a:xfrm flipH="1" flipV="1">
            <a:off x="2146122" y="2958653"/>
            <a:ext cx="2281623" cy="7093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DC06872-722A-1ADE-8B26-9CF950DAA0E0}"/>
              </a:ext>
            </a:extLst>
          </p:cNvPr>
          <p:cNvCxnSpPr>
            <a:cxnSpLocks/>
          </p:cNvCxnSpPr>
          <p:nvPr/>
        </p:nvCxnSpPr>
        <p:spPr>
          <a:xfrm flipH="1" flipV="1">
            <a:off x="2955528" y="2431720"/>
            <a:ext cx="1454928" cy="12382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12" descr="Comparing EC2 Instance Types: Finding the Right Fit for Your Workload | by  Muhammad Bilal | Medium">
            <a:extLst>
              <a:ext uri="{FF2B5EF4-FFF2-40B4-BE49-F238E27FC236}">
                <a16:creationId xmlns:a16="http://schemas.microsoft.com/office/drawing/2014/main" id="{0D4FA0D8-458A-DFCC-D108-4D3E844C12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7164" y="4135362"/>
            <a:ext cx="1930521" cy="1272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6" descr="Phone Cartoon Images - Free Download on Freepik">
            <a:extLst>
              <a:ext uri="{FF2B5EF4-FFF2-40B4-BE49-F238E27FC236}">
                <a16:creationId xmlns:a16="http://schemas.microsoft.com/office/drawing/2014/main" id="{F9544AC1-12C5-70CD-B50B-741305764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139" y="4074679"/>
            <a:ext cx="586098" cy="586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CD13C3A-D7D8-4556-3C9E-7C2284D02C7F}"/>
              </a:ext>
            </a:extLst>
          </p:cNvPr>
          <p:cNvCxnSpPr>
            <a:cxnSpLocks/>
          </p:cNvCxnSpPr>
          <p:nvPr/>
        </p:nvCxnSpPr>
        <p:spPr>
          <a:xfrm flipH="1">
            <a:off x="2909040" y="4387840"/>
            <a:ext cx="1636414" cy="567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452ECCE-30BA-9790-45D6-75B037517F24}"/>
              </a:ext>
            </a:extLst>
          </p:cNvPr>
          <p:cNvCxnSpPr>
            <a:cxnSpLocks/>
          </p:cNvCxnSpPr>
          <p:nvPr/>
        </p:nvCxnSpPr>
        <p:spPr>
          <a:xfrm flipH="1" flipV="1">
            <a:off x="2322237" y="4367800"/>
            <a:ext cx="2226635" cy="116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16" descr="Phone Cartoon Images - Free Download on Freepik">
            <a:extLst>
              <a:ext uri="{FF2B5EF4-FFF2-40B4-BE49-F238E27FC236}">
                <a16:creationId xmlns:a16="http://schemas.microsoft.com/office/drawing/2014/main" id="{31775618-AD74-855F-825F-195CE2BD0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396" y="4611894"/>
            <a:ext cx="586098" cy="586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6" descr="Urgent News GIFs - Find &amp; Share on GIPHY">
            <a:extLst>
              <a:ext uri="{FF2B5EF4-FFF2-40B4-BE49-F238E27FC236}">
                <a16:creationId xmlns:a16="http://schemas.microsoft.com/office/drawing/2014/main" id="{DCB4CD2A-35F1-F347-135D-400894698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1270" y="4403050"/>
            <a:ext cx="1127876" cy="649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09E25549-F148-054E-5976-C7D225F47F02}"/>
                  </a:ext>
                </a:extLst>
              </p14:cNvPr>
              <p14:cNvContentPartPr/>
              <p14:nvPr/>
            </p14:nvContentPartPr>
            <p14:xfrm>
              <a:off x="5569750" y="3740878"/>
              <a:ext cx="119160" cy="1958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09E25549-F148-054E-5976-C7D225F47F0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561110" y="3732238"/>
                <a:ext cx="13680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363C0E9D-3A0F-13A2-F905-1AB3115A1902}"/>
                  </a:ext>
                </a:extLst>
              </p14:cNvPr>
              <p14:cNvContentPartPr/>
              <p14:nvPr/>
            </p14:nvContentPartPr>
            <p14:xfrm>
              <a:off x="5700070" y="3765358"/>
              <a:ext cx="2892600" cy="17913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363C0E9D-3A0F-13A2-F905-1AB3115A190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691430" y="3756718"/>
                <a:ext cx="2910240" cy="180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5E8249F0-A6C2-CB1A-5895-5AD4C88595BE}"/>
                  </a:ext>
                </a:extLst>
              </p14:cNvPr>
              <p14:cNvContentPartPr/>
              <p14:nvPr/>
            </p14:nvContentPartPr>
            <p14:xfrm>
              <a:off x="5695750" y="3719638"/>
              <a:ext cx="281160" cy="961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5E8249F0-A6C2-CB1A-5895-5AD4C88595B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686750" y="3710998"/>
                <a:ext cx="298800" cy="11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8897EFA8-3B8C-2419-A68A-802E266054F6}"/>
              </a:ext>
            </a:extLst>
          </p:cNvPr>
          <p:cNvGrpSpPr/>
          <p:nvPr/>
        </p:nvGrpSpPr>
        <p:grpSpPr>
          <a:xfrm>
            <a:off x="5527990" y="4799638"/>
            <a:ext cx="691200" cy="1161720"/>
            <a:chOff x="5527990" y="4799638"/>
            <a:chExt cx="691200" cy="116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1876BEE-AD30-43B3-2CCA-D244968D347F}"/>
                    </a:ext>
                  </a:extLst>
                </p14:cNvPr>
                <p14:cNvContentPartPr/>
                <p14:nvPr/>
              </p14:nvContentPartPr>
              <p14:xfrm>
                <a:off x="5612950" y="4891438"/>
                <a:ext cx="495000" cy="648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1876BEE-AD30-43B3-2CCA-D244968D347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603950" y="4882438"/>
                  <a:ext cx="5126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EA98CCF-E2C3-46F3-AF2E-DEEC20F622D1}"/>
                    </a:ext>
                  </a:extLst>
                </p14:cNvPr>
                <p14:cNvContentPartPr/>
                <p14:nvPr/>
              </p14:nvContentPartPr>
              <p14:xfrm>
                <a:off x="5569750" y="4799638"/>
                <a:ext cx="227520" cy="93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EA98CCF-E2C3-46F3-AF2E-DEEC20F622D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561110" y="4790998"/>
                  <a:ext cx="2451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99E1915-F795-0495-2DB4-15046D1A5C17}"/>
                    </a:ext>
                  </a:extLst>
                </p14:cNvPr>
                <p14:cNvContentPartPr/>
                <p14:nvPr/>
              </p14:nvContentPartPr>
              <p14:xfrm>
                <a:off x="5590990" y="4892878"/>
                <a:ext cx="120960" cy="1515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99E1915-F795-0495-2DB4-15046D1A5C1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581990" y="4883878"/>
                  <a:ext cx="1386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C188BD7-E99B-E110-C0FE-58C704560FDC}"/>
                    </a:ext>
                  </a:extLst>
                </p14:cNvPr>
                <p14:cNvContentPartPr/>
                <p14:nvPr/>
              </p14:nvContentPartPr>
              <p14:xfrm>
                <a:off x="6107230" y="4941838"/>
                <a:ext cx="111960" cy="136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C188BD7-E99B-E110-C0FE-58C704560FD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098590" y="4932838"/>
                  <a:ext cx="1296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598389F-4A7E-69BC-6810-EB3BC51B292E}"/>
                    </a:ext>
                  </a:extLst>
                </p14:cNvPr>
                <p14:cNvContentPartPr/>
                <p14:nvPr/>
              </p14:nvContentPartPr>
              <p14:xfrm>
                <a:off x="5535910" y="4983598"/>
                <a:ext cx="669600" cy="8942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598389F-4A7E-69BC-6810-EB3BC51B292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526910" y="4974958"/>
                  <a:ext cx="687240" cy="91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D4BC036-19B0-A98B-F7CC-141184E2772E}"/>
                    </a:ext>
                  </a:extLst>
                </p14:cNvPr>
                <p14:cNvContentPartPr/>
                <p14:nvPr/>
              </p14:nvContentPartPr>
              <p14:xfrm>
                <a:off x="5527990" y="5709358"/>
                <a:ext cx="153000" cy="1688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D4BC036-19B0-A98B-F7CC-141184E2772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518990" y="5700718"/>
                  <a:ext cx="1706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86D1E19-C2AE-C5F2-E1E1-FC227BB9915F}"/>
                    </a:ext>
                  </a:extLst>
                </p14:cNvPr>
                <p14:cNvContentPartPr/>
                <p14:nvPr/>
              </p14:nvContentPartPr>
              <p14:xfrm>
                <a:off x="5563270" y="5891158"/>
                <a:ext cx="187560" cy="70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86D1E19-C2AE-C5F2-E1E1-FC227BB9915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554270" y="5882158"/>
                  <a:ext cx="205200" cy="87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72952906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039 0.0044 -0.00091 0.00856 -0.00117 0.01319 C -0.00221 0.0294 -0.00221 0.06782 -0.00234 0.07523 C -0.00247 0.08704 -0.00273 0.09884 -0.00287 0.11088 C -0.00234 0.1213 -0.00182 0.13194 -0.00117 0.14236 C -0.00104 0.14514 -0.00065 0.14769 -0.00065 0.15046 C -0.00065 0.18519 -0.00091 0.21968 -0.00117 0.2544 C -0.0013 0.26343 -0.00208 0.28102 -0.00234 0.29097 C -0.0026 0.29815 -0.00273 0.30509 -0.00287 0.31227 C -0.00221 0.36181 -0.00234 0.34005 -0.00234 0.37755 " pathEditMode="relative" ptsTypes="AAAAAAAAAAA">
                                      <p:cBhvr>
                                        <p:cTn id="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039 0.0044 -0.00091 0.00856 -0.00117 0.01319 C -0.00221 0.0294 -0.00221 0.06782 -0.00234 0.07523 C -0.00247 0.08704 -0.00273 0.09884 -0.00287 0.11088 C -0.00234 0.1213 -0.00182 0.13194 -0.00117 0.14236 C -0.00104 0.14514 -0.00065 0.14769 -0.00065 0.15046 C -0.00065 0.18519 -0.00091 0.21968 -0.00117 0.2544 C -0.0013 0.26343 -0.00208 0.28102 -0.00234 0.29097 C -0.0026 0.29815 -0.00273 0.30509 -0.00287 0.31227 C -0.00221 0.36181 -0.00234 0.34005 -0.00234 0.37755 " pathEditMode="relative" ptsTypes="AAAAAAAAAAA">
                                      <p:cBhvr>
                                        <p:cTn id="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039 0.0044 -0.00091 0.00856 -0.00117 0.01319 C -0.00221 0.0294 -0.00221 0.06782 -0.00234 0.07523 C -0.00247 0.08704 -0.00273 0.09884 -0.00287 0.11088 C -0.00234 0.1213 -0.00182 0.13194 -0.00117 0.14236 C -0.00104 0.14514 -0.00065 0.14769 -0.00065 0.15046 C -0.00065 0.18519 -0.00091 0.21968 -0.00117 0.2544 C -0.0013 0.26343 -0.00208 0.28102 -0.00234 0.29097 C -0.0026 0.29815 -0.00273 0.30509 -0.00287 0.31227 C -0.00221 0.36181 -0.00234 0.34005 -0.00234 0.37755 " pathEditMode="relative" ptsTypes="AAAAAAAAAAA">
                                      <p:cBhvr>
                                        <p:cTn id="1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039 0.0044 -0.00091 0.00856 -0.00117 0.01319 C -0.00221 0.0294 -0.00221 0.06782 -0.00234 0.07523 C -0.00247 0.08704 -0.00273 0.09884 -0.00287 0.11088 C -0.00234 0.1213 -0.00182 0.13194 -0.00117 0.14236 C -0.00104 0.14514 -0.00065 0.14769 -0.00065 0.15046 C -0.00065 0.18519 -0.00091 0.21968 -0.00117 0.2544 C -0.0013 0.26343 -0.00208 0.28102 -0.00234 0.29097 C -0.0026 0.29815 -0.00273 0.30509 -0.00287 0.31227 C -0.00221 0.36181 -0.00234 0.34005 -0.00234 0.37755 " pathEditMode="relative" ptsTypes="AAAAAAAAAAA">
                                      <p:cBhvr>
                                        <p:cTn id="12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5" name="Group 7174">
            <a:extLst>
              <a:ext uri="{FF2B5EF4-FFF2-40B4-BE49-F238E27FC236}">
                <a16:creationId xmlns:a16="http://schemas.microsoft.com/office/drawing/2014/main" id="{1095953A-7DC0-3F46-6E96-31FBC9B1A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760503" y="-18309"/>
            <a:ext cx="4438566" cy="6883029"/>
            <a:chOff x="7760503" y="-18309"/>
            <a:chExt cx="4438566" cy="6883029"/>
          </a:xfrm>
        </p:grpSpPr>
        <p:sp>
          <p:nvSpPr>
            <p:cNvPr id="7176" name="Rectangle 7175">
              <a:extLst>
                <a:ext uri="{FF2B5EF4-FFF2-40B4-BE49-F238E27FC236}">
                  <a16:creationId xmlns:a16="http://schemas.microsoft.com/office/drawing/2014/main" id="{707A3D96-0FAB-1097-EDDA-3FEF83BF3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0512" y="-11580"/>
              <a:ext cx="4431490" cy="6876300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77" name="Rectangle 7176">
              <a:extLst>
                <a:ext uri="{FF2B5EF4-FFF2-40B4-BE49-F238E27FC236}">
                  <a16:creationId xmlns:a16="http://schemas.microsoft.com/office/drawing/2014/main" id="{9EAB96BF-DFB3-4E65-F857-5FB098087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7760503" y="1713600"/>
              <a:ext cx="4431496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7178" name="Rectangle 7177">
              <a:extLst>
                <a:ext uri="{FF2B5EF4-FFF2-40B4-BE49-F238E27FC236}">
                  <a16:creationId xmlns:a16="http://schemas.microsoft.com/office/drawing/2014/main" id="{1F350EA2-C795-0DD6-A39B-C92018940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0509" y="-11586"/>
              <a:ext cx="3264743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79" name="Rectangle 7178">
              <a:extLst>
                <a:ext uri="{FF2B5EF4-FFF2-40B4-BE49-F238E27FC236}">
                  <a16:creationId xmlns:a16="http://schemas.microsoft.com/office/drawing/2014/main" id="{04AC1597-691C-C2BF-535E-B9DBBAA76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6547151" y="1202115"/>
              <a:ext cx="6872341" cy="4431494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BA7142-9E27-1F6E-1F2D-E5DA63B2A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143" y="1011044"/>
            <a:ext cx="3310215" cy="240681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Elastic Block Store</a:t>
            </a:r>
          </a:p>
        </p:txBody>
      </p:sp>
      <p:pic>
        <p:nvPicPr>
          <p:cNvPr id="7170" name="Picture 2" descr="EBS (Elastic Block Storage ) in AWS EC2 | Chandana Yandapalli">
            <a:extLst>
              <a:ext uri="{FF2B5EF4-FFF2-40B4-BE49-F238E27FC236}">
                <a16:creationId xmlns:a16="http://schemas.microsoft.com/office/drawing/2014/main" id="{B4FCD944-CD81-E5EF-4E00-202FAA47C46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9276" y="1496380"/>
            <a:ext cx="6274979" cy="3890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183" name="TextBox 3">
            <a:extLst>
              <a:ext uri="{FF2B5EF4-FFF2-40B4-BE49-F238E27FC236}">
                <a16:creationId xmlns:a16="http://schemas.microsoft.com/office/drawing/2014/main" id="{E3EF5BC4-DA51-DADE-42CE-7AD57531685E}"/>
              </a:ext>
            </a:extLst>
          </p:cNvPr>
          <p:cNvGraphicFramePr/>
          <p:nvPr/>
        </p:nvGraphicFramePr>
        <p:xfrm>
          <a:off x="7941179" y="1293889"/>
          <a:ext cx="4084283" cy="5355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3942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FEC84-9E69-B966-3F85-336E8DF6A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CADEE-B4CB-7C37-AA0D-A7BF18427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How it was implemented</a:t>
            </a:r>
          </a:p>
        </p:txBody>
      </p:sp>
      <p:pic>
        <p:nvPicPr>
          <p:cNvPr id="4" name="Picture 6" descr="Urgent News GIFs - Find &amp; Share on GIPHY">
            <a:extLst>
              <a:ext uri="{FF2B5EF4-FFF2-40B4-BE49-F238E27FC236}">
                <a16:creationId xmlns:a16="http://schemas.microsoft.com/office/drawing/2014/main" id="{728B2CD6-E62D-BE30-5A7B-DFAE56F996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0853" y="1300995"/>
            <a:ext cx="5023964" cy="289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>
            <a:extLst>
              <a:ext uri="{FF2B5EF4-FFF2-40B4-BE49-F238E27FC236}">
                <a16:creationId xmlns:a16="http://schemas.microsoft.com/office/drawing/2014/main" id="{7FA02561-6D91-C236-CA7F-3C01DEAAF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2475" y="4564244"/>
            <a:ext cx="1237839" cy="1237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197314F0-0281-8551-ADFD-46173B013BC3}"/>
              </a:ext>
            </a:extLst>
          </p:cNvPr>
          <p:cNvGrpSpPr/>
          <p:nvPr/>
        </p:nvGrpSpPr>
        <p:grpSpPr>
          <a:xfrm>
            <a:off x="9407472" y="4341424"/>
            <a:ext cx="1237839" cy="1190880"/>
            <a:chOff x="10983430" y="4069198"/>
            <a:chExt cx="562320" cy="119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707BE73-8503-9452-7E7D-0A62FA9C775F}"/>
                    </a:ext>
                  </a:extLst>
                </p14:cNvPr>
                <p14:cNvContentPartPr/>
                <p14:nvPr/>
              </p14:nvContentPartPr>
              <p14:xfrm>
                <a:off x="10983430" y="4069198"/>
                <a:ext cx="562320" cy="1047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6727D73-85CD-65CF-E2B4-C1CF30BA10B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979503" y="4060558"/>
                  <a:ext cx="570337" cy="10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4954AB0-8954-740D-2EE5-1F945D16CFF2}"/>
                    </a:ext>
                  </a:extLst>
                </p14:cNvPr>
                <p14:cNvContentPartPr/>
                <p14:nvPr/>
              </p14:nvContentPartPr>
              <p14:xfrm>
                <a:off x="10993510" y="5000158"/>
                <a:ext cx="160200" cy="81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493892D-3F41-FC9A-F56B-62AC71E1D5D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989415" y="4991158"/>
                  <a:ext cx="168226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D8FE900-73F5-6C49-AE43-5A3070391F25}"/>
                    </a:ext>
                  </a:extLst>
                </p14:cNvPr>
                <p14:cNvContentPartPr/>
                <p14:nvPr/>
              </p14:nvContentPartPr>
              <p14:xfrm>
                <a:off x="11007550" y="5109238"/>
                <a:ext cx="93600" cy="150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2EE6900-8C19-FD00-F45D-689776F521E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003616" y="5100238"/>
                  <a:ext cx="101632" cy="1684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0" name="Picture 6" descr="Urgent News GIFs - Find &amp; Share on GIPHY">
            <a:extLst>
              <a:ext uri="{FF2B5EF4-FFF2-40B4-BE49-F238E27FC236}">
                <a16:creationId xmlns:a16="http://schemas.microsoft.com/office/drawing/2014/main" id="{43BBD424-F3C0-70D0-51AC-929E8E57F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8965" y="4172283"/>
            <a:ext cx="1127876" cy="649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Urgent News GIFs - Find &amp; Share on GIPHY">
            <a:extLst>
              <a:ext uri="{FF2B5EF4-FFF2-40B4-BE49-F238E27FC236}">
                <a16:creationId xmlns:a16="http://schemas.microsoft.com/office/drawing/2014/main" id="{F78751B4-C630-B949-69C0-BBDE292FE4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0646" y="4207605"/>
            <a:ext cx="1127876" cy="649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Urgent News GIFs - Find &amp; Share on GIPHY">
            <a:extLst>
              <a:ext uri="{FF2B5EF4-FFF2-40B4-BE49-F238E27FC236}">
                <a16:creationId xmlns:a16="http://schemas.microsoft.com/office/drawing/2014/main" id="{038D3888-386B-7BFB-AE60-415CDBBF4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8978" y="4214131"/>
            <a:ext cx="1127876" cy="649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Urgent News GIFs - Find &amp; Share on GIPHY">
            <a:extLst>
              <a:ext uri="{FF2B5EF4-FFF2-40B4-BE49-F238E27FC236}">
                <a16:creationId xmlns:a16="http://schemas.microsoft.com/office/drawing/2014/main" id="{E3015A8C-67B9-2D29-BD6A-673C46FCD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9812" y="4276972"/>
            <a:ext cx="1127876" cy="649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Urgent News GIFs - Find &amp; Share on GIPHY">
            <a:extLst>
              <a:ext uri="{FF2B5EF4-FFF2-40B4-BE49-F238E27FC236}">
                <a16:creationId xmlns:a16="http://schemas.microsoft.com/office/drawing/2014/main" id="{1058DFEB-A734-D5AB-DFB8-FBE7E6B58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0634" y="4167082"/>
            <a:ext cx="1127876" cy="649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9B9C3A1-120B-D22B-339F-3C71D2EBEB2D}"/>
              </a:ext>
            </a:extLst>
          </p:cNvPr>
          <p:cNvSpPr/>
          <p:nvPr/>
        </p:nvSpPr>
        <p:spPr>
          <a:xfrm>
            <a:off x="9120856" y="1490950"/>
            <a:ext cx="1604024" cy="13122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37B101-1A58-3936-BB74-A7341AE6BDED}"/>
              </a:ext>
            </a:extLst>
          </p:cNvPr>
          <p:cNvSpPr txBox="1"/>
          <p:nvPr/>
        </p:nvSpPr>
        <p:spPr>
          <a:xfrm>
            <a:off x="8808953" y="1495243"/>
            <a:ext cx="21495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3600" b="1" dirty="0">
                <a:solidFill>
                  <a:schemeClr val="bg1"/>
                </a:solidFill>
              </a:rPr>
              <a:t>NP NEWS</a:t>
            </a:r>
          </a:p>
        </p:txBody>
      </p:sp>
      <p:pic>
        <p:nvPicPr>
          <p:cNvPr id="17" name="Picture 12" descr="Comparing EC2 Instance Types: Finding the Right Fit for Your Workload | by  Muhammad Bilal | Medium">
            <a:extLst>
              <a:ext uri="{FF2B5EF4-FFF2-40B4-BE49-F238E27FC236}">
                <a16:creationId xmlns:a16="http://schemas.microsoft.com/office/drawing/2014/main" id="{46AA0B8F-D2ED-2967-496C-9BD61D4074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9635" y="2653656"/>
            <a:ext cx="1930521" cy="1272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2" descr="Comparing EC2 Instance Types: Finding the Right Fit for Your Workload | by  Muhammad Bilal | Medium">
            <a:extLst>
              <a:ext uri="{FF2B5EF4-FFF2-40B4-BE49-F238E27FC236}">
                <a16:creationId xmlns:a16="http://schemas.microsoft.com/office/drawing/2014/main" id="{46CF03CD-F8D8-9BC7-BE68-931952412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0091" y="5108447"/>
            <a:ext cx="1930521" cy="1272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2" descr="Comparing EC2 Instance Types: Finding the Right Fit for Your Workload | by  Muhammad Bilal | Medium">
            <a:extLst>
              <a:ext uri="{FF2B5EF4-FFF2-40B4-BE49-F238E27FC236}">
                <a16:creationId xmlns:a16="http://schemas.microsoft.com/office/drawing/2014/main" id="{3A5C278B-765C-C5B6-41D3-5AFFC08332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0090" y="3939917"/>
            <a:ext cx="1930521" cy="1272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6" descr="Urgent News GIFs - Find &amp; Share on GIPHY">
            <a:extLst>
              <a:ext uri="{FF2B5EF4-FFF2-40B4-BE49-F238E27FC236}">
                <a16:creationId xmlns:a16="http://schemas.microsoft.com/office/drawing/2014/main" id="{6706398B-10C1-971B-71F3-2E978E56F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4196" y="4207605"/>
            <a:ext cx="1127876" cy="649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C467105-C18B-752D-D486-9B3B60FD6FE1}"/>
                  </a:ext>
                </a:extLst>
              </p14:cNvPr>
              <p14:cNvContentPartPr/>
              <p14:nvPr/>
            </p14:nvContentPartPr>
            <p14:xfrm>
              <a:off x="4892676" y="3545433"/>
              <a:ext cx="119160" cy="1958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C467105-C18B-752D-D486-9B3B60FD6FE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884036" y="3536793"/>
                <a:ext cx="13680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50BDCFB-4C28-E984-4A8B-C8897213A4DF}"/>
                  </a:ext>
                </a:extLst>
              </p14:cNvPr>
              <p14:cNvContentPartPr/>
              <p14:nvPr/>
            </p14:nvContentPartPr>
            <p14:xfrm>
              <a:off x="5022996" y="3569913"/>
              <a:ext cx="2892600" cy="1791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50BDCFB-4C28-E984-4A8B-C8897213A4D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014356" y="3561273"/>
                <a:ext cx="2910240" cy="180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2DA6FF1-DF91-528D-BE26-43D861F92189}"/>
                  </a:ext>
                </a:extLst>
              </p14:cNvPr>
              <p14:cNvContentPartPr/>
              <p14:nvPr/>
            </p14:nvContentPartPr>
            <p14:xfrm>
              <a:off x="5018676" y="3524193"/>
              <a:ext cx="281160" cy="961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2DA6FF1-DF91-528D-BE26-43D861F9218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009676" y="3515553"/>
                <a:ext cx="298800" cy="11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653221F7-BEDE-8ABA-51AC-7DE1DCBA5C6B}"/>
              </a:ext>
            </a:extLst>
          </p:cNvPr>
          <p:cNvGrpSpPr/>
          <p:nvPr/>
        </p:nvGrpSpPr>
        <p:grpSpPr>
          <a:xfrm>
            <a:off x="4850916" y="4604193"/>
            <a:ext cx="691200" cy="1161720"/>
            <a:chOff x="5527990" y="4799638"/>
            <a:chExt cx="691200" cy="116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BC885B2-C108-510C-516F-056D67C205FB}"/>
                    </a:ext>
                  </a:extLst>
                </p14:cNvPr>
                <p14:cNvContentPartPr/>
                <p14:nvPr/>
              </p14:nvContentPartPr>
              <p14:xfrm>
                <a:off x="5612950" y="4891438"/>
                <a:ext cx="495000" cy="648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BC885B2-C108-510C-516F-056D67C205F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603950" y="4882438"/>
                  <a:ext cx="5126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AD56D85-558A-40FF-C11E-E45590145D49}"/>
                    </a:ext>
                  </a:extLst>
                </p14:cNvPr>
                <p14:cNvContentPartPr/>
                <p14:nvPr/>
              </p14:nvContentPartPr>
              <p14:xfrm>
                <a:off x="5569750" y="4799638"/>
                <a:ext cx="227520" cy="932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AD56D85-558A-40FF-C11E-E45590145D4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561110" y="4790998"/>
                  <a:ext cx="2451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347C1D7-F47C-5FD9-0F0D-B9C295A4F390}"/>
                    </a:ext>
                  </a:extLst>
                </p14:cNvPr>
                <p14:cNvContentPartPr/>
                <p14:nvPr/>
              </p14:nvContentPartPr>
              <p14:xfrm>
                <a:off x="5590990" y="4892878"/>
                <a:ext cx="120960" cy="1515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347C1D7-F47C-5FD9-0F0D-B9C295A4F39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581990" y="4883878"/>
                  <a:ext cx="1386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2C77805-788B-BF31-CE05-16F604A8EA98}"/>
                    </a:ext>
                  </a:extLst>
                </p14:cNvPr>
                <p14:cNvContentPartPr/>
                <p14:nvPr/>
              </p14:nvContentPartPr>
              <p14:xfrm>
                <a:off x="6107230" y="4941838"/>
                <a:ext cx="111960" cy="136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2C77805-788B-BF31-CE05-16F604A8EA9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098590" y="4932838"/>
                  <a:ext cx="1296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40E11FF-98F6-4FE4-E366-F7C5AD1142BE}"/>
                    </a:ext>
                  </a:extLst>
                </p14:cNvPr>
                <p14:cNvContentPartPr/>
                <p14:nvPr/>
              </p14:nvContentPartPr>
              <p14:xfrm>
                <a:off x="5535910" y="4983598"/>
                <a:ext cx="669600" cy="8942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40E11FF-98F6-4FE4-E366-F7C5AD1142B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526910" y="4974958"/>
                  <a:ext cx="687240" cy="91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8EA3F3A-7A87-E102-6530-901796A6B13C}"/>
                    </a:ext>
                  </a:extLst>
                </p14:cNvPr>
                <p14:cNvContentPartPr/>
                <p14:nvPr/>
              </p14:nvContentPartPr>
              <p14:xfrm>
                <a:off x="5527990" y="5709358"/>
                <a:ext cx="153000" cy="168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8EA3F3A-7A87-E102-6530-901796A6B13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518990" y="5700718"/>
                  <a:ext cx="1706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1640F63-B6B9-4E04-4998-A5CF1A655DB5}"/>
                    </a:ext>
                  </a:extLst>
                </p14:cNvPr>
                <p14:cNvContentPartPr/>
                <p14:nvPr/>
              </p14:nvContentPartPr>
              <p14:xfrm>
                <a:off x="5563270" y="5891158"/>
                <a:ext cx="187560" cy="702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1640F63-B6B9-4E04-4998-A5CF1A655DB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554270" y="5882158"/>
                  <a:ext cx="205200" cy="878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026" name="Picture 2" descr="Amazon Elastic Block Store - Wikipedia">
            <a:extLst>
              <a:ext uri="{FF2B5EF4-FFF2-40B4-BE49-F238E27FC236}">
                <a16:creationId xmlns:a16="http://schemas.microsoft.com/office/drawing/2014/main" id="{CCD07BC5-984E-48FA-B128-87314B527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706" y="1732523"/>
            <a:ext cx="1926097" cy="1926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Amazon Elastic Block Store - Wikipedia">
            <a:extLst>
              <a:ext uri="{FF2B5EF4-FFF2-40B4-BE49-F238E27FC236}">
                <a16:creationId xmlns:a16="http://schemas.microsoft.com/office/drawing/2014/main" id="{A60D2A91-C885-256C-CA5A-F40CAB605F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286" y="3333407"/>
            <a:ext cx="1926097" cy="1926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 descr="Amazon Elastic Block Store - Wikipedia">
            <a:extLst>
              <a:ext uri="{FF2B5EF4-FFF2-40B4-BE49-F238E27FC236}">
                <a16:creationId xmlns:a16="http://schemas.microsoft.com/office/drawing/2014/main" id="{F96A3AB8-AB5E-900D-1385-9902C6F357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706" y="4977682"/>
            <a:ext cx="1876154" cy="1698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55DE037A-F162-AFAE-B3F0-378D260D6E85}"/>
              </a:ext>
            </a:extLst>
          </p:cNvPr>
          <p:cNvSpPr txBox="1"/>
          <p:nvPr/>
        </p:nvSpPr>
        <p:spPr>
          <a:xfrm>
            <a:off x="2020581" y="2637035"/>
            <a:ext cx="816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20GB</a:t>
            </a:r>
            <a:endParaRPr lang="en-SG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82EA610-AAC2-5E32-490A-234FC3286167}"/>
              </a:ext>
            </a:extLst>
          </p:cNvPr>
          <p:cNvSpPr txBox="1"/>
          <p:nvPr/>
        </p:nvSpPr>
        <p:spPr>
          <a:xfrm>
            <a:off x="1990971" y="4180663"/>
            <a:ext cx="816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20GB</a:t>
            </a:r>
            <a:endParaRPr lang="en-SG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55EB228-A163-9123-7C5A-DB31A3EE058B}"/>
              </a:ext>
            </a:extLst>
          </p:cNvPr>
          <p:cNvSpPr txBox="1"/>
          <p:nvPr/>
        </p:nvSpPr>
        <p:spPr>
          <a:xfrm>
            <a:off x="1967415" y="5730813"/>
            <a:ext cx="816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20GB</a:t>
            </a:r>
            <a:endParaRPr lang="en-SG" b="1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2E5F409-89CB-5461-84C7-17BC841B8BA9}"/>
              </a:ext>
            </a:extLst>
          </p:cNvPr>
          <p:cNvCxnSpPr/>
          <p:nvPr/>
        </p:nvCxnSpPr>
        <p:spPr>
          <a:xfrm flipH="1" flipV="1">
            <a:off x="3064287" y="2746695"/>
            <a:ext cx="907420" cy="5430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E316D88-FC05-B1C7-7CC9-4DA8ED0FEB5C}"/>
              </a:ext>
            </a:extLst>
          </p:cNvPr>
          <p:cNvCxnSpPr>
            <a:cxnSpLocks/>
          </p:cNvCxnSpPr>
          <p:nvPr/>
        </p:nvCxnSpPr>
        <p:spPr>
          <a:xfrm flipH="1" flipV="1">
            <a:off x="3089627" y="4425958"/>
            <a:ext cx="815804" cy="656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85B9FD0-C183-AE40-D5F4-ECB77F30FF4F}"/>
              </a:ext>
            </a:extLst>
          </p:cNvPr>
          <p:cNvCxnSpPr>
            <a:cxnSpLocks/>
          </p:cNvCxnSpPr>
          <p:nvPr/>
        </p:nvCxnSpPr>
        <p:spPr>
          <a:xfrm flipH="1">
            <a:off x="3064287" y="5767857"/>
            <a:ext cx="907420" cy="3390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4987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13735-4D49-9B36-D4B5-B5EE6ED73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BC851-5C1D-E935-14CC-BD6024104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799" y="-6776"/>
            <a:ext cx="10515600" cy="1325563"/>
          </a:xfrm>
        </p:spPr>
        <p:txBody>
          <a:bodyPr/>
          <a:lstStyle/>
          <a:p>
            <a:r>
              <a:rPr lang="en-SG" dirty="0"/>
              <a:t>Why do these 3 work together</a:t>
            </a:r>
          </a:p>
        </p:txBody>
      </p:sp>
      <p:pic>
        <p:nvPicPr>
          <p:cNvPr id="4" name="Picture 6" descr="Urgent News GIFs - Find &amp; Share on GIPHY">
            <a:extLst>
              <a:ext uri="{FF2B5EF4-FFF2-40B4-BE49-F238E27FC236}">
                <a16:creationId xmlns:a16="http://schemas.microsoft.com/office/drawing/2014/main" id="{01751747-55D9-75BE-3FC3-0DE510531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9057" y="1189483"/>
            <a:ext cx="5004637" cy="3109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>
            <a:extLst>
              <a:ext uri="{FF2B5EF4-FFF2-40B4-BE49-F238E27FC236}">
                <a16:creationId xmlns:a16="http://schemas.microsoft.com/office/drawing/2014/main" id="{C8D55C02-118D-AC47-4264-B7E873128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6115" y="4452732"/>
            <a:ext cx="1233077" cy="1331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5F71655C-C0C5-0AF1-1D8B-14D8020EFCDB}"/>
              </a:ext>
            </a:extLst>
          </p:cNvPr>
          <p:cNvGrpSpPr/>
          <p:nvPr/>
        </p:nvGrpSpPr>
        <p:grpSpPr>
          <a:xfrm>
            <a:off x="9821112" y="4229912"/>
            <a:ext cx="1233077" cy="971920"/>
            <a:chOff x="10983430" y="4069198"/>
            <a:chExt cx="562320" cy="119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E332A44-B9A8-ECED-6387-000DD4C1AE70}"/>
                    </a:ext>
                  </a:extLst>
                </p14:cNvPr>
                <p14:cNvContentPartPr/>
                <p14:nvPr/>
              </p14:nvContentPartPr>
              <p14:xfrm>
                <a:off x="10983430" y="4069198"/>
                <a:ext cx="562320" cy="1047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6727D73-85CD-65CF-E2B4-C1CF30BA10B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979503" y="4060558"/>
                  <a:ext cx="570337" cy="10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12F2505-D564-2F5D-F83D-130D466C2F89}"/>
                    </a:ext>
                  </a:extLst>
                </p14:cNvPr>
                <p14:cNvContentPartPr/>
                <p14:nvPr/>
              </p14:nvContentPartPr>
              <p14:xfrm>
                <a:off x="10993510" y="5000158"/>
                <a:ext cx="160200" cy="81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493892D-3F41-FC9A-F56B-62AC71E1D5D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989415" y="4991158"/>
                  <a:ext cx="168226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018095A-C701-3A10-6BB9-EFDBFD675890}"/>
                    </a:ext>
                  </a:extLst>
                </p14:cNvPr>
                <p14:cNvContentPartPr/>
                <p14:nvPr/>
              </p14:nvContentPartPr>
              <p14:xfrm>
                <a:off x="11007550" y="5109238"/>
                <a:ext cx="93600" cy="150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2EE6900-8C19-FD00-F45D-689776F521E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003616" y="5100238"/>
                  <a:ext cx="101632" cy="1684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0" name="Picture 6" descr="Urgent News GIFs - Find &amp; Share on GIPHY">
            <a:extLst>
              <a:ext uri="{FF2B5EF4-FFF2-40B4-BE49-F238E27FC236}">
                <a16:creationId xmlns:a16="http://schemas.microsoft.com/office/drawing/2014/main" id="{6ADEC7C6-445E-31FF-F955-9D0C62EE1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2181" y="4060771"/>
            <a:ext cx="1123537" cy="698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Urgent News GIFs - Find &amp; Share on GIPHY">
            <a:extLst>
              <a:ext uri="{FF2B5EF4-FFF2-40B4-BE49-F238E27FC236}">
                <a16:creationId xmlns:a16="http://schemas.microsoft.com/office/drawing/2014/main" id="{5EBCE191-37AD-5041-7842-4586004D45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3862" y="4096093"/>
            <a:ext cx="1123537" cy="698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Urgent News GIFs - Find &amp; Share on GIPHY">
            <a:extLst>
              <a:ext uri="{FF2B5EF4-FFF2-40B4-BE49-F238E27FC236}">
                <a16:creationId xmlns:a16="http://schemas.microsoft.com/office/drawing/2014/main" id="{A16495ED-F7B7-88C0-3AD4-9A895B7FA9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2194" y="4102619"/>
            <a:ext cx="1123537" cy="698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Urgent News GIFs - Find &amp; Share on GIPHY">
            <a:extLst>
              <a:ext uri="{FF2B5EF4-FFF2-40B4-BE49-F238E27FC236}">
                <a16:creationId xmlns:a16="http://schemas.microsoft.com/office/drawing/2014/main" id="{D5B74A01-6543-2A1E-1CCF-248C6C869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3028" y="4165460"/>
            <a:ext cx="1123537" cy="698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Urgent News GIFs - Find &amp; Share on GIPHY">
            <a:extLst>
              <a:ext uri="{FF2B5EF4-FFF2-40B4-BE49-F238E27FC236}">
                <a16:creationId xmlns:a16="http://schemas.microsoft.com/office/drawing/2014/main" id="{E44FA2AA-1BC6-D946-DF82-47DD9057FF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3850" y="4055570"/>
            <a:ext cx="1123537" cy="698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A2E9C79-2F69-9EB5-1FB1-5812EA4473FA}"/>
              </a:ext>
            </a:extLst>
          </p:cNvPr>
          <p:cNvSpPr/>
          <p:nvPr/>
        </p:nvSpPr>
        <p:spPr>
          <a:xfrm>
            <a:off x="9535904" y="1379439"/>
            <a:ext cx="1597853" cy="10709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2E548E-2FDD-4811-6DA6-354909A190F4}"/>
              </a:ext>
            </a:extLst>
          </p:cNvPr>
          <p:cNvSpPr txBox="1"/>
          <p:nvPr/>
        </p:nvSpPr>
        <p:spPr>
          <a:xfrm>
            <a:off x="9226101" y="1383732"/>
            <a:ext cx="21412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3600" b="1" dirty="0">
                <a:solidFill>
                  <a:schemeClr val="bg1"/>
                </a:solidFill>
              </a:rPr>
              <a:t>NP NEWS</a:t>
            </a:r>
          </a:p>
        </p:txBody>
      </p:sp>
      <p:pic>
        <p:nvPicPr>
          <p:cNvPr id="17" name="Picture 12" descr="Comparing EC2 Instance Types: Finding the Right Fit for Your Workload | by  Muhammad Bilal | Medium">
            <a:extLst>
              <a:ext uri="{FF2B5EF4-FFF2-40B4-BE49-F238E27FC236}">
                <a16:creationId xmlns:a16="http://schemas.microsoft.com/office/drawing/2014/main" id="{1380AC4E-F055-3841-E962-E32194D6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5940" y="2542144"/>
            <a:ext cx="1923094" cy="1368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2" descr="Comparing EC2 Instance Types: Finding the Right Fit for Your Workload | by  Muhammad Bilal | Medium">
            <a:extLst>
              <a:ext uri="{FF2B5EF4-FFF2-40B4-BE49-F238E27FC236}">
                <a16:creationId xmlns:a16="http://schemas.microsoft.com/office/drawing/2014/main" id="{0B058932-77BC-3F3F-3147-440549A31E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6396" y="4996935"/>
            <a:ext cx="1923094" cy="1368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2" descr="Comparing EC2 Instance Types: Finding the Right Fit for Your Workload | by  Muhammad Bilal | Medium">
            <a:extLst>
              <a:ext uri="{FF2B5EF4-FFF2-40B4-BE49-F238E27FC236}">
                <a16:creationId xmlns:a16="http://schemas.microsoft.com/office/drawing/2014/main" id="{A8290DF7-9A7E-37EB-A191-5735FC61A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6395" y="3828405"/>
            <a:ext cx="1923094" cy="1368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6" descr="Urgent News GIFs - Find &amp; Share on GIPHY">
            <a:extLst>
              <a:ext uri="{FF2B5EF4-FFF2-40B4-BE49-F238E27FC236}">
                <a16:creationId xmlns:a16="http://schemas.microsoft.com/office/drawing/2014/main" id="{E5B15C12-9C23-24E5-26C4-749B12F55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7412" y="4096093"/>
            <a:ext cx="1123537" cy="698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69DF6E4-6945-B72B-8665-9D7F75D91A0B}"/>
                  </a:ext>
                </a:extLst>
              </p14:cNvPr>
              <p14:cNvContentPartPr/>
              <p14:nvPr/>
            </p14:nvContentPartPr>
            <p14:xfrm>
              <a:off x="5302012" y="3433921"/>
              <a:ext cx="118701" cy="159832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69DF6E4-6945-B72B-8665-9D7F75D91A0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293379" y="3425281"/>
                <a:ext cx="136326" cy="1774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95BD79B-8EED-5C5E-4358-49B074430974}"/>
                  </a:ext>
                </a:extLst>
              </p14:cNvPr>
              <p14:cNvContentPartPr/>
              <p14:nvPr/>
            </p14:nvContentPartPr>
            <p14:xfrm>
              <a:off x="5443002" y="3458401"/>
              <a:ext cx="2881472" cy="1461994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95BD79B-8EED-5C5E-4358-49B07443097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434363" y="3449761"/>
                <a:ext cx="2899110" cy="14796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3310A70-6147-079C-2653-B73B58BE6069}"/>
                  </a:ext>
                </a:extLst>
              </p14:cNvPr>
              <p14:cNvContentPartPr/>
              <p14:nvPr/>
            </p14:nvContentPartPr>
            <p14:xfrm>
              <a:off x="5428636" y="3412681"/>
              <a:ext cx="280078" cy="78447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3310A70-6147-079C-2653-B73B58BE606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419636" y="3404045"/>
                <a:ext cx="297718" cy="9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6FC8B658-1FE9-F6E6-6756-1E1757E52825}"/>
              </a:ext>
            </a:extLst>
          </p:cNvPr>
          <p:cNvGrpSpPr/>
          <p:nvPr/>
        </p:nvGrpSpPr>
        <p:grpSpPr>
          <a:xfrm>
            <a:off x="5262455" y="4492682"/>
            <a:ext cx="1105299" cy="948123"/>
            <a:chOff x="5527990" y="4799638"/>
            <a:chExt cx="1109567" cy="1161721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EC76082-A241-F6B6-9722-0A9A99D9FA1C}"/>
                    </a:ext>
                  </a:extLst>
                </p14:cNvPr>
                <p14:cNvContentPartPr/>
                <p14:nvPr/>
              </p14:nvContentPartPr>
              <p14:xfrm>
                <a:off x="5612950" y="4891438"/>
                <a:ext cx="495000" cy="648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EC76082-A241-F6B6-9722-0A9A99D9FA1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603911" y="4880418"/>
                  <a:ext cx="512717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4B0B907-13BC-AA44-8768-124032D5992A}"/>
                    </a:ext>
                  </a:extLst>
                </p14:cNvPr>
                <p14:cNvContentPartPr/>
                <p14:nvPr/>
              </p14:nvContentPartPr>
              <p14:xfrm>
                <a:off x="5569750" y="4799638"/>
                <a:ext cx="227520" cy="932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4B0B907-13BC-AA44-8768-124032D5992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561069" y="4789083"/>
                  <a:ext cx="245244" cy="1147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DDDB76F-B76C-56E5-A396-F169842946A3}"/>
                    </a:ext>
                  </a:extLst>
                </p14:cNvPr>
                <p14:cNvContentPartPr/>
                <p14:nvPr/>
              </p14:nvContentPartPr>
              <p14:xfrm>
                <a:off x="5590990" y="4892878"/>
                <a:ext cx="120960" cy="1515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DDDB76F-B76C-56E5-A396-F169842946A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581963" y="4881863"/>
                  <a:ext cx="138653" cy="1731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99164A6-44CF-9B63-F547-F5F31AE0B4E3}"/>
                    </a:ext>
                  </a:extLst>
                </p14:cNvPr>
                <p14:cNvContentPartPr/>
                <p14:nvPr/>
              </p14:nvContentPartPr>
              <p14:xfrm flipV="1">
                <a:off x="6107230" y="4877039"/>
                <a:ext cx="530327" cy="64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99164A6-44CF-9B63-F547-F5F31AE0B4E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 flipV="1">
                  <a:off x="6098180" y="4865710"/>
                  <a:ext cx="548065" cy="870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688D617-3267-834C-AE61-02C50649D2C7}"/>
                    </a:ext>
                  </a:extLst>
                </p14:cNvPr>
                <p14:cNvContentPartPr/>
                <p14:nvPr/>
              </p14:nvContentPartPr>
              <p14:xfrm>
                <a:off x="5951941" y="4938451"/>
                <a:ext cx="669600" cy="8942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688D617-3267-834C-AE61-02C50649D2C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942907" y="4927863"/>
                  <a:ext cx="687307" cy="9158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0BDCA74-D4DE-9B97-4A59-2CB4B6C5947E}"/>
                    </a:ext>
                  </a:extLst>
                </p14:cNvPr>
                <p14:cNvContentPartPr/>
                <p14:nvPr/>
              </p14:nvContentPartPr>
              <p14:xfrm>
                <a:off x="5527990" y="5709358"/>
                <a:ext cx="153000" cy="168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0BDCA74-D4DE-9B97-4A59-2CB4B6C5947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518947" y="5698778"/>
                  <a:ext cx="170723" cy="1904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EC953E8-196E-C477-6D00-A60E3D55634B}"/>
                    </a:ext>
                  </a:extLst>
                </p14:cNvPr>
                <p14:cNvContentPartPr/>
                <p14:nvPr/>
              </p14:nvContentPartPr>
              <p14:xfrm>
                <a:off x="5563270" y="5867838"/>
                <a:ext cx="249869" cy="93521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EC953E8-196E-C477-6D00-A60E3D55634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554230" y="5856810"/>
                  <a:ext cx="267588" cy="115137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32" name="Picture 2" descr="Amazon Elastic Block Store - Wikipedia">
            <a:extLst>
              <a:ext uri="{FF2B5EF4-FFF2-40B4-BE49-F238E27FC236}">
                <a16:creationId xmlns:a16="http://schemas.microsoft.com/office/drawing/2014/main" id="{EFD4D654-CD62-15B2-26EB-8BE2FC8F5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1300" y="2558701"/>
            <a:ext cx="1051541" cy="980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 descr="Amazon Elastic Block Store - Wikipedia">
            <a:extLst>
              <a:ext uri="{FF2B5EF4-FFF2-40B4-BE49-F238E27FC236}">
                <a16:creationId xmlns:a16="http://schemas.microsoft.com/office/drawing/2014/main" id="{9736AE52-BA08-79E2-3DA5-05AB7CA9C6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4382" y="3808569"/>
            <a:ext cx="1051541" cy="980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2" descr="Amazon Elastic Block Store - Wikipedia">
            <a:extLst>
              <a:ext uri="{FF2B5EF4-FFF2-40B4-BE49-F238E27FC236}">
                <a16:creationId xmlns:a16="http://schemas.microsoft.com/office/drawing/2014/main" id="{2A1AA9AE-6B73-3389-FDA5-0BBAEBBE79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5332" y="5774511"/>
            <a:ext cx="1024276" cy="864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FC0792A0-14A9-017D-C9B3-A931175809AA}"/>
              </a:ext>
            </a:extLst>
          </p:cNvPr>
          <p:cNvSpPr txBox="1"/>
          <p:nvPr/>
        </p:nvSpPr>
        <p:spPr>
          <a:xfrm>
            <a:off x="5471589" y="2955378"/>
            <a:ext cx="5752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20GB</a:t>
            </a:r>
            <a:endParaRPr lang="en-SG" sz="11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AB3DA9D-AC6C-FB60-1236-87648900D944}"/>
              </a:ext>
            </a:extLst>
          </p:cNvPr>
          <p:cNvSpPr txBox="1"/>
          <p:nvPr/>
        </p:nvSpPr>
        <p:spPr>
          <a:xfrm>
            <a:off x="3611903" y="4152207"/>
            <a:ext cx="4225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20GB</a:t>
            </a:r>
            <a:endParaRPr lang="en-SG" sz="11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EDB089E-D5D4-FA01-237C-3AD0EB0D4535}"/>
              </a:ext>
            </a:extLst>
          </p:cNvPr>
          <p:cNvSpPr txBox="1"/>
          <p:nvPr/>
        </p:nvSpPr>
        <p:spPr>
          <a:xfrm>
            <a:off x="5472682" y="6067752"/>
            <a:ext cx="4225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20GB</a:t>
            </a:r>
            <a:endParaRPr lang="en-SG" sz="1100" b="1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2D3DE45-DAF8-93D8-870E-2BF70188DD67}"/>
              </a:ext>
            </a:extLst>
          </p:cNvPr>
          <p:cNvCxnSpPr>
            <a:cxnSpLocks/>
            <a:stCxn id="35" idx="1"/>
          </p:cNvCxnSpPr>
          <p:nvPr/>
        </p:nvCxnSpPr>
        <p:spPr>
          <a:xfrm flipH="1" flipV="1">
            <a:off x="5267151" y="3084937"/>
            <a:ext cx="204438" cy="1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AAD215A-3305-E7CB-6516-AB372FEE2F23}"/>
              </a:ext>
            </a:extLst>
          </p:cNvPr>
          <p:cNvCxnSpPr>
            <a:cxnSpLocks/>
          </p:cNvCxnSpPr>
          <p:nvPr/>
        </p:nvCxnSpPr>
        <p:spPr>
          <a:xfrm flipH="1" flipV="1">
            <a:off x="4125406" y="4370084"/>
            <a:ext cx="188903" cy="100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19448D1-4BE7-7D4E-C970-FED31FB18EEC}"/>
              </a:ext>
            </a:extLst>
          </p:cNvPr>
          <p:cNvCxnSpPr>
            <a:cxnSpLocks/>
            <a:endCxn id="34" idx="1"/>
          </p:cNvCxnSpPr>
          <p:nvPr/>
        </p:nvCxnSpPr>
        <p:spPr>
          <a:xfrm>
            <a:off x="4877487" y="6206656"/>
            <a:ext cx="2778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Picture 16" descr="Phone Cartoon Images - Free Download on Freepik">
            <a:extLst>
              <a:ext uri="{FF2B5EF4-FFF2-40B4-BE49-F238E27FC236}">
                <a16:creationId xmlns:a16="http://schemas.microsoft.com/office/drawing/2014/main" id="{051282DF-8042-E484-79F1-98E5866F88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7940" y="2578587"/>
            <a:ext cx="586098" cy="586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16" descr="Phone Cartoon Images - Free Download on Freepik">
            <a:extLst>
              <a:ext uri="{FF2B5EF4-FFF2-40B4-BE49-F238E27FC236}">
                <a16:creationId xmlns:a16="http://schemas.microsoft.com/office/drawing/2014/main" id="{8A1484D7-11E0-AA69-611A-6DACD6A10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9651" y="1745136"/>
            <a:ext cx="586098" cy="586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16" descr="Phone Cartoon Images - Free Download on Freepik">
            <a:extLst>
              <a:ext uri="{FF2B5EF4-FFF2-40B4-BE49-F238E27FC236}">
                <a16:creationId xmlns:a16="http://schemas.microsoft.com/office/drawing/2014/main" id="{4F591CDA-D7CD-D7A1-60BB-948E4B0C04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632" y="4548680"/>
            <a:ext cx="586098" cy="586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16" descr="Phone Cartoon Images - Free Download on Freepik">
            <a:extLst>
              <a:ext uri="{FF2B5EF4-FFF2-40B4-BE49-F238E27FC236}">
                <a16:creationId xmlns:a16="http://schemas.microsoft.com/office/drawing/2014/main" id="{5AEFAC88-268C-B286-7099-4FDD801B7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8395" y="3950906"/>
            <a:ext cx="586098" cy="586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D32C211-8034-447A-8065-819A5A6B2125}"/>
              </a:ext>
            </a:extLst>
          </p:cNvPr>
          <p:cNvCxnSpPr>
            <a:cxnSpLocks/>
          </p:cNvCxnSpPr>
          <p:nvPr/>
        </p:nvCxnSpPr>
        <p:spPr>
          <a:xfrm flipH="1" flipV="1">
            <a:off x="1853061" y="4109327"/>
            <a:ext cx="1405882" cy="6367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D331704-0FB9-B7DD-1AD1-16C66B310B26}"/>
              </a:ext>
            </a:extLst>
          </p:cNvPr>
          <p:cNvCxnSpPr>
            <a:cxnSpLocks/>
          </p:cNvCxnSpPr>
          <p:nvPr/>
        </p:nvCxnSpPr>
        <p:spPr>
          <a:xfrm flipH="1">
            <a:off x="2053684" y="3106027"/>
            <a:ext cx="2380916" cy="31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5FA5330-E5DC-4944-26C9-2B1D0F06941B}"/>
              </a:ext>
            </a:extLst>
          </p:cNvPr>
          <p:cNvCxnSpPr>
            <a:cxnSpLocks/>
          </p:cNvCxnSpPr>
          <p:nvPr/>
        </p:nvCxnSpPr>
        <p:spPr>
          <a:xfrm flipH="1" flipV="1">
            <a:off x="2152977" y="2398870"/>
            <a:ext cx="2281623" cy="7093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84399EF-FF03-CC19-61A9-76462A542E9D}"/>
              </a:ext>
            </a:extLst>
          </p:cNvPr>
          <p:cNvCxnSpPr>
            <a:cxnSpLocks/>
            <a:endCxn id="54" idx="3"/>
          </p:cNvCxnSpPr>
          <p:nvPr/>
        </p:nvCxnSpPr>
        <p:spPr>
          <a:xfrm flipH="1">
            <a:off x="1834730" y="4650338"/>
            <a:ext cx="2643668" cy="1913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Picture 16" descr="Phone Cartoon Images - Free Download on Freepik">
            <a:extLst>
              <a:ext uri="{FF2B5EF4-FFF2-40B4-BE49-F238E27FC236}">
                <a16:creationId xmlns:a16="http://schemas.microsoft.com/office/drawing/2014/main" id="{274B8B70-402A-54D3-3D2D-ACDEA94DF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993" y="5253811"/>
            <a:ext cx="586098" cy="586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64C1C5E-3457-8E52-4E5A-4F305E010AB0}"/>
              </a:ext>
            </a:extLst>
          </p:cNvPr>
          <p:cNvCxnSpPr>
            <a:cxnSpLocks/>
          </p:cNvCxnSpPr>
          <p:nvPr/>
        </p:nvCxnSpPr>
        <p:spPr>
          <a:xfrm flipH="1">
            <a:off x="2781285" y="5524652"/>
            <a:ext cx="1636414" cy="567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6CB34E90-4AE0-9659-389B-7FF46C78DBC3}"/>
              </a:ext>
            </a:extLst>
          </p:cNvPr>
          <p:cNvCxnSpPr>
            <a:cxnSpLocks/>
          </p:cNvCxnSpPr>
          <p:nvPr/>
        </p:nvCxnSpPr>
        <p:spPr>
          <a:xfrm flipH="1" flipV="1">
            <a:off x="2191064" y="5504028"/>
            <a:ext cx="2226635" cy="116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" name="Picture 16" descr="Phone Cartoon Images - Free Download on Freepik">
            <a:extLst>
              <a:ext uri="{FF2B5EF4-FFF2-40B4-BE49-F238E27FC236}">
                <a16:creationId xmlns:a16="http://schemas.microsoft.com/office/drawing/2014/main" id="{1DD7C594-333B-97A1-FA98-4726EF4532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583" y="5912025"/>
            <a:ext cx="586098" cy="586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E5B5B835-48F1-2872-11E6-A57A3FBE419D}"/>
                  </a:ext>
                </a:extLst>
              </p14:cNvPr>
              <p14:cNvContentPartPr/>
              <p14:nvPr/>
            </p14:nvContentPartPr>
            <p14:xfrm>
              <a:off x="5255801" y="5340220"/>
              <a:ext cx="455400" cy="6480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E5B5B835-48F1-2872-11E6-A57A3FBE419D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247161" y="5331580"/>
                <a:ext cx="47304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95714E8F-DA3F-F936-B6E1-C765864570D1}"/>
                  </a:ext>
                </a:extLst>
              </p14:cNvPr>
              <p14:cNvContentPartPr/>
              <p14:nvPr/>
            </p14:nvContentPartPr>
            <p14:xfrm>
              <a:off x="5273081" y="5240860"/>
              <a:ext cx="236880" cy="21708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95714E8F-DA3F-F936-B6E1-C765864570D1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5264081" y="5231860"/>
                <a:ext cx="25452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C2EBC6C3-C55F-3491-2DC5-12CC37152ADF}"/>
                  </a:ext>
                </a:extLst>
              </p14:cNvPr>
              <p14:cNvContentPartPr/>
              <p14:nvPr/>
            </p14:nvContentPartPr>
            <p14:xfrm>
              <a:off x="5299721" y="5292340"/>
              <a:ext cx="185760" cy="17208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C2EBC6C3-C55F-3491-2DC5-12CC37152ADF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290721" y="5283700"/>
                <a:ext cx="20340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680F53E6-3C65-D626-231D-F017968A72CC}"/>
                  </a:ext>
                </a:extLst>
              </p14:cNvPr>
              <p14:cNvContentPartPr/>
              <p14:nvPr/>
            </p14:nvContentPartPr>
            <p14:xfrm>
              <a:off x="5449121" y="4504660"/>
              <a:ext cx="59760" cy="18648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680F53E6-3C65-D626-231D-F017968A72CC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5440121" y="4496020"/>
                <a:ext cx="7740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F31EAF35-E270-1C87-1EBF-B15056CDE373}"/>
                  </a:ext>
                </a:extLst>
              </p14:cNvPr>
              <p14:cNvContentPartPr/>
              <p14:nvPr/>
            </p14:nvContentPartPr>
            <p14:xfrm>
              <a:off x="5355521" y="4514740"/>
              <a:ext cx="160560" cy="27000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F31EAF35-E270-1C87-1EBF-B15056CDE373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346881" y="4505740"/>
                <a:ext cx="17820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9282D8BE-0EAA-0E3D-E98C-6E10FA0DFBF4}"/>
                  </a:ext>
                </a:extLst>
              </p14:cNvPr>
              <p14:cNvContentPartPr/>
              <p14:nvPr/>
            </p14:nvContentPartPr>
            <p14:xfrm>
              <a:off x="5255801" y="3396580"/>
              <a:ext cx="564480" cy="2646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9282D8BE-0EAA-0E3D-E98C-6E10FA0DFBF4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5246801" y="3387940"/>
                <a:ext cx="582120" cy="28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4357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 descr="Understanding AWS S3 Storage Types">
            <a:extLst>
              <a:ext uri="{FF2B5EF4-FFF2-40B4-BE49-F238E27FC236}">
                <a16:creationId xmlns:a16="http://schemas.microsoft.com/office/drawing/2014/main" id="{6F1EFD44-C709-7A5E-A4C8-637924CC4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44" b="23786"/>
          <a:stretch/>
        </p:blipFill>
        <p:spPr bwMode="auto"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C439F296-EA64-4E53-AC2A-8BDA25D7EA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23982" y="3752850"/>
            <a:ext cx="7485413" cy="24526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High Availability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– Ensures access to critical content even if the primary site goes down.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Cost-Effective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– Pay only for storage and bandwidth, no need for server maintenance.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Scalability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– Easily handles sudden traffic spikes without performance issues.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Durability &amp; Reliability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– S3 provides 99.999999999% (11 nines) durability for stored data.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Fast Content Delivery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– Can be integrated with Amazon CloudFront for low-latency access.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Simplified Disaster Recovery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– Acts as an emergency fallback in case of outages.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Easy Deployment &amp; Management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– No need for complex server configurations.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Secure &amp; Controlled Access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– Supports encryption, access controls, and versioning.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Global Accessibility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– Users can access the site from anywhere with minimal latency. </a:t>
            </a:r>
          </a:p>
        </p:txBody>
      </p:sp>
    </p:spTree>
    <p:extLst>
      <p:ext uri="{BB962C8B-B14F-4D97-AF65-F5344CB8AC3E}">
        <p14:creationId xmlns:p14="http://schemas.microsoft.com/office/powerpoint/2010/main" val="2650306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3E6949-777F-E397-BB01-43530D288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854D7C-6FD3-9E74-DB32-7054C631F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How it was implemented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413B61-3B84-77E7-0855-B33570B10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7" y="2633472"/>
            <a:ext cx="10950698" cy="3586353"/>
          </a:xfrm>
          <a:prstGeom prst="rect">
            <a:avLst/>
          </a:prstGeom>
        </p:spPr>
      </p:pic>
      <p:sp>
        <p:nvSpPr>
          <p:cNvPr id="6" name="AutoShape 6" descr="AWS | Community | Hosting my Static Website in an AWS S3 Bucket — Part 1">
            <a:extLst>
              <a:ext uri="{FF2B5EF4-FFF2-40B4-BE49-F238E27FC236}">
                <a16:creationId xmlns:a16="http://schemas.microsoft.com/office/drawing/2014/main" id="{625E1C67-B5DE-7AB8-9C6D-CB1CDD98D5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43922" y="3276600"/>
            <a:ext cx="3304478" cy="3304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/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60130140-513F-862C-D811-1EE68BC844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48386180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E4A60-FEE6-02D6-0A9C-7DB108B78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A4292FB7-B65A-D29D-FE9C-5B80E84169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1299" y="2633472"/>
            <a:ext cx="3586353" cy="358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187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299</TotalTime>
  <Words>892</Words>
  <Application>Microsoft Office PowerPoint</Application>
  <PresentationFormat>Widescreen</PresentationFormat>
  <Paragraphs>78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Aharoni</vt:lpstr>
      <vt:lpstr>Aptos</vt:lpstr>
      <vt:lpstr>Aptos Display</vt:lpstr>
      <vt:lpstr>Arial</vt:lpstr>
      <vt:lpstr>Office Theme</vt:lpstr>
      <vt:lpstr>SACF Project Enhancements</vt:lpstr>
      <vt:lpstr>So what have we done so far</vt:lpstr>
      <vt:lpstr>Problems We Face</vt:lpstr>
      <vt:lpstr>Solution?</vt:lpstr>
      <vt:lpstr>Auto Scaling</vt:lpstr>
      <vt:lpstr>How it was implemented</vt:lpstr>
      <vt:lpstr>Elastic Load Balancer</vt:lpstr>
      <vt:lpstr>How it was implemented</vt:lpstr>
      <vt:lpstr>Elastic Block Store</vt:lpstr>
      <vt:lpstr>How it was implemented</vt:lpstr>
      <vt:lpstr>Why do these 3 work together</vt:lpstr>
      <vt:lpstr>PowerPoint Presentation</vt:lpstr>
      <vt:lpstr>How it was implemented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Ilamaran Raju</dc:creator>
  <cp:lastModifiedBy>Ilamaran Raju</cp:lastModifiedBy>
  <cp:revision>2</cp:revision>
  <dcterms:created xsi:type="dcterms:W3CDTF">2025-02-12T16:37:16Z</dcterms:created>
  <dcterms:modified xsi:type="dcterms:W3CDTF">2025-02-14T13:22:07Z</dcterms:modified>
</cp:coreProperties>
</file>